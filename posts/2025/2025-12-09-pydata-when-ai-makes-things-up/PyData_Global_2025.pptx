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9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ed Hat Text Medium"/>
      <p:regular r:id="rId23"/>
      <p:bold r:id="rId24"/>
      <p:italic r:id="rId25"/>
      <p:boldItalic r:id="rId26"/>
    </p:embeddedFont>
    <p:embeddedFont>
      <p:font typeface="Red Hat Display Medium"/>
      <p:regular r:id="rId27"/>
      <p:bold r:id="rId28"/>
      <p:italic r:id="rId29"/>
      <p:boldItalic r:id="rId30"/>
    </p:embeddedFont>
    <p:embeddedFont>
      <p:font typeface="Young Serif"/>
      <p:regular r:id="rId31"/>
    </p:embeddedFont>
    <p:embeddedFont>
      <p:font typeface="Red Hat Display"/>
      <p:regular r:id="rId32"/>
      <p:bold r:id="rId33"/>
      <p:italic r:id="rId34"/>
      <p:boldItalic r:id="rId35"/>
    </p:embeddedFont>
    <p:embeddedFont>
      <p:font typeface="Rubik"/>
      <p:regular r:id="rId36"/>
      <p:bold r:id="rId37"/>
      <p:italic r:id="rId38"/>
      <p:boldItalic r:id="rId39"/>
    </p:embeddedFont>
    <p:embeddedFont>
      <p:font typeface="Red Hat Text"/>
      <p:regular r:id="rId40"/>
      <p:bold r:id="rId41"/>
      <p:italic r:id="rId42"/>
      <p:boldItalic r:id="rId43"/>
    </p:embeddedFont>
    <p:embeddedFont>
      <p:font typeface="Red Hat Display ExtraBold"/>
      <p:bold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6" roundtripDataSignature="AMtx7mjDrWpHtGIJ++7SyWm/HItmICZ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edHatText-regular.fntdata"/><Relationship Id="rId20" Type="http://schemas.openxmlformats.org/officeDocument/2006/relationships/slide" Target="slides/slide14.xml"/><Relationship Id="rId42" Type="http://schemas.openxmlformats.org/officeDocument/2006/relationships/font" Target="fonts/RedHatText-italic.fntdata"/><Relationship Id="rId41" Type="http://schemas.openxmlformats.org/officeDocument/2006/relationships/font" Target="fonts/RedHatText-bold.fntdata"/><Relationship Id="rId22" Type="http://schemas.openxmlformats.org/officeDocument/2006/relationships/slide" Target="slides/slide16.xml"/><Relationship Id="rId44" Type="http://schemas.openxmlformats.org/officeDocument/2006/relationships/font" Target="fonts/RedHatDisplayExtraBold-bold.fntdata"/><Relationship Id="rId21" Type="http://schemas.openxmlformats.org/officeDocument/2006/relationships/slide" Target="slides/slide15.xml"/><Relationship Id="rId43" Type="http://schemas.openxmlformats.org/officeDocument/2006/relationships/font" Target="fonts/RedHatText-boldItalic.fntdata"/><Relationship Id="rId24" Type="http://schemas.openxmlformats.org/officeDocument/2006/relationships/font" Target="fonts/RedHatTextMedium-bold.fntdata"/><Relationship Id="rId46" Type="http://customschemas.google.com/relationships/presentationmetadata" Target="metadata"/><Relationship Id="rId23" Type="http://schemas.openxmlformats.org/officeDocument/2006/relationships/font" Target="fonts/RedHatTextMedium-regular.fntdata"/><Relationship Id="rId45" Type="http://schemas.openxmlformats.org/officeDocument/2006/relationships/font" Target="fonts/RedHatDisplayExtra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edHatTextMedium-boldItalic.fntdata"/><Relationship Id="rId25" Type="http://schemas.openxmlformats.org/officeDocument/2006/relationships/font" Target="fonts/RedHatTextMedium-italic.fntdata"/><Relationship Id="rId28" Type="http://schemas.openxmlformats.org/officeDocument/2006/relationships/font" Target="fonts/RedHatDisplayMedium-bold.fntdata"/><Relationship Id="rId27" Type="http://schemas.openxmlformats.org/officeDocument/2006/relationships/font" Target="fonts/RedHatDisplayMedium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edHatDisplay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YoungSerif-regular.fntdata"/><Relationship Id="rId30" Type="http://schemas.openxmlformats.org/officeDocument/2006/relationships/font" Target="fonts/RedHatDisplay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RedHatDisplay-bold.fntdata"/><Relationship Id="rId10" Type="http://schemas.openxmlformats.org/officeDocument/2006/relationships/slide" Target="slides/slide4.xml"/><Relationship Id="rId32" Type="http://schemas.openxmlformats.org/officeDocument/2006/relationships/font" Target="fonts/RedHatDisplay-regular.fntdata"/><Relationship Id="rId13" Type="http://schemas.openxmlformats.org/officeDocument/2006/relationships/slide" Target="slides/slide7.xml"/><Relationship Id="rId35" Type="http://schemas.openxmlformats.org/officeDocument/2006/relationships/font" Target="fonts/RedHatDisplay-boldItalic.fntdata"/><Relationship Id="rId12" Type="http://schemas.openxmlformats.org/officeDocument/2006/relationships/slide" Target="slides/slide6.xml"/><Relationship Id="rId34" Type="http://schemas.openxmlformats.org/officeDocument/2006/relationships/font" Target="fonts/RedHatDisplay-italic.fntdata"/><Relationship Id="rId15" Type="http://schemas.openxmlformats.org/officeDocument/2006/relationships/slide" Target="slides/slide9.xml"/><Relationship Id="rId37" Type="http://schemas.openxmlformats.org/officeDocument/2006/relationships/font" Target="fonts/Rubik-bold.fntdata"/><Relationship Id="rId14" Type="http://schemas.openxmlformats.org/officeDocument/2006/relationships/slide" Target="slides/slide8.xml"/><Relationship Id="rId36" Type="http://schemas.openxmlformats.org/officeDocument/2006/relationships/font" Target="fonts/Rubik-regular.fntdata"/><Relationship Id="rId17" Type="http://schemas.openxmlformats.org/officeDocument/2006/relationships/slide" Target="slides/slide11.xml"/><Relationship Id="rId39" Type="http://schemas.openxmlformats.org/officeDocument/2006/relationships/font" Target="fonts/Rubik-boldItalic.fntdata"/><Relationship Id="rId16" Type="http://schemas.openxmlformats.org/officeDocument/2006/relationships/slide" Target="slides/slide10.xml"/><Relationship Id="rId38" Type="http://schemas.openxmlformats.org/officeDocument/2006/relationships/font" Target="fonts/Rubik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aee7bc903c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1" name="Google Shape;1391;g3aee7bc903c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7" name="Google Shape;13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3ae1476150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4" name="Google Shape;1404;g3ae1476150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aee7bc903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1" name="Google Shape;1411;g3aee7bc903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3ae1476150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9" name="Google Shape;1419;g3ae1476150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ae1476150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g3ae1476150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3ae14761506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7" name="Google Shape;1447;g3ae14761506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ae1476150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3" name="Google Shape;1463;g3ae1476150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7faec064d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0" name="Google Shape;1470;g37faec064d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3ae1476150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7" name="Google Shape;1477;g3ae1476150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ae1476150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7" name="Google Shape;1487;g3ae1476150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ae14761506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4" name="Google Shape;1494;g3ae14761506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ae14761506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0" name="Google Shape;1510;g3ae14761506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g3ae14761506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g3ae14761506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3ae1476150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9" name="Google Shape;1539;g3ae1476150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3" name="Google Shape;15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5.png"/><Relationship Id="rId6" Type="http://schemas.openxmlformats.org/officeDocument/2006/relationships/image" Target="../media/image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3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8"/>
          <p:cNvSpPr txBox="1"/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" name="Google Shape;10;p2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8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9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9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29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" name="Google Shape;16;p29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353535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idx="1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" name="Google Shape;19;p30"/>
          <p:cNvSpPr txBox="1"/>
          <p:nvPr>
            <p:ph idx="2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" name="Google Shape;20;p30"/>
          <p:cNvSpPr txBox="1"/>
          <p:nvPr>
            <p:ph type="title"/>
          </p:nvPr>
        </p:nvSpPr>
        <p:spPr>
          <a:xfrm>
            <a:off x="675206" y="1302325"/>
            <a:ext cx="29145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cxnSp>
        <p:nvCxnSpPr>
          <p:cNvPr id="21" name="Google Shape;21;p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0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" name="Google Shape;23;p3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30"/>
          <p:cNvSpPr txBox="1"/>
          <p:nvPr>
            <p:ph idx="4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8" name="Google Shape;28;p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3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31"/>
          <p:cNvSpPr txBox="1"/>
          <p:nvPr>
            <p:ph idx="3" type="body"/>
          </p:nvPr>
        </p:nvSpPr>
        <p:spPr>
          <a:xfrm>
            <a:off x="1828800" y="120015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5" name="Google Shape;35;p3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32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37" name="Google Shape;37;p32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3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33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33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43" name="Google Shape;43;p33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44" name="Google Shape;44;p3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3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4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0" name="Google Shape;5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4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34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34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34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8" name="Google Shape;58;p34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3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5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35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35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" name="Google Shape;66;p35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7" name="Google Shape;67;p3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3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6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1" name="Google Shape;71;p36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36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36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36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36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6" name="Google Shape;76;p36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3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3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7"/>
          <p:cNvSpPr txBox="1"/>
          <p:nvPr>
            <p:ph idx="1" type="subTitle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37"/>
          <p:cNvSpPr txBox="1"/>
          <p:nvPr>
            <p:ph type="title"/>
          </p:nvPr>
        </p:nvSpPr>
        <p:spPr>
          <a:xfrm>
            <a:off x="4245394" y="1281774"/>
            <a:ext cx="4302300" cy="15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" name="Google Shape;88;p37"/>
          <p:cNvSpPr txBox="1"/>
          <p:nvPr>
            <p:ph idx="2" type="subTitle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 Medium"/>
              <a:buNone/>
              <a:defRPr sz="11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37"/>
          <p:cNvSpPr txBox="1"/>
          <p:nvPr>
            <p:ph idx="3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0" name="Google Shape;90;p3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8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" name="Google Shape;93;p3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8"/>
          <p:cNvSpPr txBox="1"/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5" name="Google Shape;95;p38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6" name="Google Shape;96;p38"/>
          <p:cNvSpPr txBox="1"/>
          <p:nvPr>
            <p:ph idx="2" type="subTitle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8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8" name="Google Shape;98;p38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38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9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00" name="Google Shape;100;p38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01" name="Google Shape;101;p38"/>
          <p:cNvPicPr preferRelativeResize="0"/>
          <p:nvPr/>
        </p:nvPicPr>
        <p:blipFill rotWithShape="1">
          <a:blip r:embed="rId3">
            <a:alphaModFix/>
          </a:blip>
          <a:srcRect b="0" l="2507" r="2498" t="0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8"/>
          <p:cNvPicPr preferRelativeResize="0"/>
          <p:nvPr/>
        </p:nvPicPr>
        <p:blipFill rotWithShape="1">
          <a:blip r:embed="rId4">
            <a:alphaModFix/>
          </a:blip>
          <a:srcRect b="0" l="2678" r="2678" t="0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8"/>
          <p:cNvPicPr preferRelativeResize="0"/>
          <p:nvPr/>
        </p:nvPicPr>
        <p:blipFill rotWithShape="1">
          <a:blip r:embed="rId5">
            <a:alphaModFix/>
          </a:blip>
          <a:srcRect b="0" l="2507" r="2498" t="0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8"/>
          <p:cNvPicPr preferRelativeResize="0"/>
          <p:nvPr/>
        </p:nvPicPr>
        <p:blipFill rotWithShape="1">
          <a:blip r:embed="rId6">
            <a:alphaModFix/>
          </a:blip>
          <a:srcRect b="0" l="2325" r="2324" t="0"/>
          <a:stretch/>
        </p:blipFill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9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8" name="Google Shape;108;p3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1" name="Google Shape;111;p39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112" name="Google Shape;112;p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0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15" name="Google Shape;115;p4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4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8" name="Google Shape;118;p40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4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4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4" name="Google Shape;124;p4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41"/>
          <p:cNvSpPr txBox="1"/>
          <p:nvPr>
            <p:ph idx="2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6" name="Google Shape;126;p41"/>
          <p:cNvSpPr txBox="1"/>
          <p:nvPr>
            <p:ph idx="3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2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29" name="Google Shape;129;p4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2" name="Google Shape;132;p42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133" name="Google Shape;133;p42"/>
          <p:cNvSpPr txBox="1"/>
          <p:nvPr>
            <p:ph idx="3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4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3"/>
          <p:cNvSpPr txBox="1"/>
          <p:nvPr>
            <p:ph idx="1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" name="Google Shape;137;p43"/>
          <p:cNvSpPr txBox="1"/>
          <p:nvPr>
            <p:ph idx="2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 Medium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8" name="Google Shape;138;p4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4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41" name="Google Shape;141;p4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4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4" name="Google Shape;144;p4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44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4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48" name="Google Shape;148;p4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51" name="Google Shape;151;p4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4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45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4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56" name="Google Shape;156;p45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9" name="Google Shape;159;p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4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4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46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46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6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6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6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6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6"/>
          <p:cNvSpPr txBox="1"/>
          <p:nvPr>
            <p:ph idx="3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22950" spcFirstLastPara="1" rIns="3429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6"/>
          <p:cNvSpPr txBox="1"/>
          <p:nvPr>
            <p:ph idx="4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54862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46"/>
          <p:cNvSpPr txBox="1"/>
          <p:nvPr>
            <p:ph idx="5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22950" spcFirstLastPara="1" rIns="3429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4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72" name="Google Shape;172;p46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4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7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47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7"/>
          <p:cNvSpPr/>
          <p:nvPr/>
        </p:nvSpPr>
        <p:spPr>
          <a:xfrm>
            <a:off x="4397850" y="1855238"/>
            <a:ext cx="47463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7"/>
          <p:cNvSpPr/>
          <p:nvPr/>
        </p:nvSpPr>
        <p:spPr>
          <a:xfrm>
            <a:off x="0" y="1855238"/>
            <a:ext cx="47463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7"/>
          <p:cNvSpPr txBox="1"/>
          <p:nvPr>
            <p:ph idx="2" type="subTitle"/>
          </p:nvPr>
        </p:nvSpPr>
        <p:spPr>
          <a:xfrm>
            <a:off x="0" y="1855238"/>
            <a:ext cx="47463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6858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47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4" name="Google Shape;184;p4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85" name="Google Shape;185;p47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6" name="Google Shape;186;p47"/>
          <p:cNvSpPr txBox="1"/>
          <p:nvPr>
            <p:ph idx="5" type="subTitle"/>
          </p:nvPr>
        </p:nvSpPr>
        <p:spPr>
          <a:xfrm>
            <a:off x="4974750" y="1855238"/>
            <a:ext cx="47463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6858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4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4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48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2" name="Google Shape;19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8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4" name="Google Shape;194;p48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5" name="Google Shape;195;p48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6" name="Google Shape;196;p48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7" name="Google Shape;197;p4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98" name="Google Shape;198;p48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201" name="Google Shape;201;p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4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4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49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07" name="Google Shape;207;p5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cxnSp>
        <p:nvCxnSpPr>
          <p:cNvPr id="208" name="Google Shape;208;p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5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5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50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2" name="Google Shape;212;p50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50"/>
          <p:cNvSpPr txBox="1"/>
          <p:nvPr>
            <p:ph idx="4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5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5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51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51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0" name="Google Shape;220;p5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21" name="Google Shape;221;p51"/>
          <p:cNvSpPr txBox="1"/>
          <p:nvPr>
            <p:ph idx="3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5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5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52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52"/>
          <p:cNvSpPr txBox="1"/>
          <p:nvPr>
            <p:ph idx="2" type="body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28" name="Google Shape;228;p52"/>
          <p:cNvSpPr txBox="1"/>
          <p:nvPr>
            <p:ph idx="3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29" name="Google Shape;229;p52"/>
          <p:cNvSpPr txBox="1"/>
          <p:nvPr>
            <p:ph idx="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0" name="Google Shape;230;p5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31" name="Google Shape;231;p52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5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5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" name="Google Shape;236;p53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53"/>
          <p:cNvSpPr txBox="1"/>
          <p:nvPr>
            <p:ph idx="2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38" name="Google Shape;238;p5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39" name="Google Shape;239;p5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40" name="Google Shape;240;p53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43" name="Google Shape;243;p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5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5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54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7" name="Google Shape;247;p54"/>
          <p:cNvCxnSpPr/>
          <p:nvPr/>
        </p:nvCxnSpPr>
        <p:spPr>
          <a:xfrm>
            <a:off x="3109811" y="-5512"/>
            <a:ext cx="0" cy="51546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54"/>
          <p:cNvSpPr txBox="1"/>
          <p:nvPr>
            <p:ph idx="3" type="subTitle"/>
          </p:nvPr>
        </p:nvSpPr>
        <p:spPr>
          <a:xfrm>
            <a:off x="3350831" y="1374657"/>
            <a:ext cx="3836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49" name="Google Shape;249;p54"/>
          <p:cNvSpPr txBox="1"/>
          <p:nvPr>
            <p:ph idx="4" type="subTitle"/>
          </p:nvPr>
        </p:nvSpPr>
        <p:spPr>
          <a:xfrm>
            <a:off x="3350831" y="1080975"/>
            <a:ext cx="3404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0" name="Google Shape;250;p54"/>
          <p:cNvSpPr txBox="1"/>
          <p:nvPr>
            <p:ph idx="5" type="subTitle"/>
          </p:nvPr>
        </p:nvSpPr>
        <p:spPr>
          <a:xfrm>
            <a:off x="2521875" y="1374657"/>
            <a:ext cx="51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Google Shape;252;p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5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5" name="Google Shape;255;p55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55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7" name="Google Shape;257;p55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258" name="Google Shape;258;p55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55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0" name="Google Shape;260;p55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1" name="Google Shape;261;p55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262" name="Google Shape;262;p55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3" name="Google Shape;263;p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64" name="Google Shape;264;p55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7" name="Google Shape;267;p56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8" name="Google Shape;268;p56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69" name="Google Shape;269;p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5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1" name="Google Shape;271;p5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6"/>
          <p:cNvSpPr txBox="1"/>
          <p:nvPr>
            <p:ph idx="4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73" name="Google Shape;273;p56"/>
          <p:cNvCxnSpPr/>
          <p:nvPr/>
        </p:nvCxnSpPr>
        <p:spPr>
          <a:xfrm>
            <a:off x="3229609" y="1995769"/>
            <a:ext cx="0" cy="19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74" name="Google Shape;274;p56"/>
          <p:cNvCxnSpPr/>
          <p:nvPr/>
        </p:nvCxnSpPr>
        <p:spPr>
          <a:xfrm>
            <a:off x="5914384" y="1995769"/>
            <a:ext cx="0" cy="19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75" name="Google Shape;275;p56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6" name="Google Shape;276;p56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77" name="Google Shape;277;p56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8" name="Google Shape;278;p56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79" name="Google Shape;279;p56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0" name="Google Shape;280;p56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81" name="Google Shape;281;p56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2" name="Google Shape;282;p5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83" name="Google Shape;283;p56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7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6" name="Google Shape;286;p57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87" name="Google Shape;287;p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5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5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7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57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292" name="Google Shape;292;p57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93" name="Google Shape;293;p57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4" name="Google Shape;294;p57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95" name="Google Shape;295;p57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6" name="Google Shape;296;p57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297" name="Google Shape;297;p57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8" name="Google Shape;298;p5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299" name="Google Shape;299;p57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" name="Google Shape;301;p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5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3" name="Google Shape;303;p5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58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05" name="Google Shape;305;p58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306" name="Google Shape;306;p58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07" name="Google Shape;307;p58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8" name="Google Shape;308;p58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309" name="Google Shape;309;p58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0" name="Google Shape;310;p58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311" name="Google Shape;311;p58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2" name="Google Shape;312;p5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313" name="Google Shape;313;p58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5" name="Google Shape;315;p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5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5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8" name="Google Shape;318;p59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" name="Google Shape;319;p59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20" name="Google Shape;320;p59"/>
          <p:cNvSpPr txBox="1"/>
          <p:nvPr>
            <p:ph idx="3" type="subTitle"/>
          </p:nvPr>
        </p:nvSpPr>
        <p:spPr>
          <a:xfrm>
            <a:off x="6808678" y="2286319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1" name="Google Shape;321;p59"/>
          <p:cNvSpPr txBox="1"/>
          <p:nvPr>
            <p:ph idx="4" type="subTitle"/>
          </p:nvPr>
        </p:nvSpPr>
        <p:spPr>
          <a:xfrm>
            <a:off x="7713384" y="2286319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2" name="Google Shape;322;p59"/>
          <p:cNvSpPr txBox="1"/>
          <p:nvPr>
            <p:ph idx="5" type="subTitle"/>
          </p:nvPr>
        </p:nvSpPr>
        <p:spPr>
          <a:xfrm>
            <a:off x="6808678" y="2881220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3" name="Google Shape;323;p59"/>
          <p:cNvSpPr txBox="1"/>
          <p:nvPr>
            <p:ph idx="6" type="subTitle"/>
          </p:nvPr>
        </p:nvSpPr>
        <p:spPr>
          <a:xfrm>
            <a:off x="7713384" y="2881220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4" name="Google Shape;324;p59"/>
          <p:cNvSpPr txBox="1"/>
          <p:nvPr>
            <p:ph idx="7" type="subTitle"/>
          </p:nvPr>
        </p:nvSpPr>
        <p:spPr>
          <a:xfrm>
            <a:off x="6808678" y="3452645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5" name="Google Shape;325;p59"/>
          <p:cNvSpPr txBox="1"/>
          <p:nvPr>
            <p:ph idx="8" type="subTitle"/>
          </p:nvPr>
        </p:nvSpPr>
        <p:spPr>
          <a:xfrm>
            <a:off x="7713384" y="3452645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326" name="Google Shape;326;p59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7" name="Google Shape;327;p5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328" name="Google Shape;328;p59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0" name="Google Shape;330;p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6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6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60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60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335" name="Google Shape;335;p60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6" name="Google Shape;336;p60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337" name="Google Shape;337;p60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8" name="Google Shape;338;p60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0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0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0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60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60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60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0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0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0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0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0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0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60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0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60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0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0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0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0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0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0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0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0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0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0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0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0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0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60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60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0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0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60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0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60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0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0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0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0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0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60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0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60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0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0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60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60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60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60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60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60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60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60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60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0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0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60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60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60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60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60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60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60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60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60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60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60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60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0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0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60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0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0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0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0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0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60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60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60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60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60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0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60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0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0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60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0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60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60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0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60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60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60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0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60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60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60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60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60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60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60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60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60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60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60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60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60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0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0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0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60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60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0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0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60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60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60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60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60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60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0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60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60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60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60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60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60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60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0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60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60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60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60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60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60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0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60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60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60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60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0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60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0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60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60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60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60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60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60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0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60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60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60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60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0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0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0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0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60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60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0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0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60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60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60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0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60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60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60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60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60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0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0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60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60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0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60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60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0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60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60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60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60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60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60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60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60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60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60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60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60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60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60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60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60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60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60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39" name="Google Shape;539;p6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540" name="Google Shape;540;p60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3" name="Google Shape;543;p6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6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61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46" name="Google Shape;546;p61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47" name="Google Shape;547;p61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48" name="Google Shape;548;p61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49" name="Google Shape;549;p61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50" name="Google Shape;550;p61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51" name="Google Shape;551;p61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52" name="Google Shape;552;p61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53" name="Google Shape;553;p61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pic>
        <p:nvPicPr>
          <p:cNvPr id="554" name="Google Shape;554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0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0819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803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1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58" name="Google Shape;558;p6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559" name="Google Shape;559;p61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6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3" name="Google Shape;563;p6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62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5" name="Google Shape;565;p62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66" name="Google Shape;566;p62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67" name="Google Shape;567;p62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8" name="Google Shape;568;p62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569" name="Google Shape;569;p62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0" name="Google Shape;570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31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996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2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73" name="Google Shape;573;p6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574" name="Google Shape;574;p62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577" name="Google Shape;577;p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6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6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63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1" name="Google Shape;581;p63"/>
          <p:cNvSpPr txBox="1"/>
          <p:nvPr>
            <p:ph type="title"/>
          </p:nvPr>
        </p:nvSpPr>
        <p:spPr>
          <a:xfrm>
            <a:off x="3349163" y="1091531"/>
            <a:ext cx="5043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582" name="Google Shape;582;p63"/>
          <p:cNvSpPr txBox="1"/>
          <p:nvPr>
            <p:ph idx="3" type="subTitle"/>
          </p:nvPr>
        </p:nvSpPr>
        <p:spPr>
          <a:xfrm>
            <a:off x="3349200" y="3777544"/>
            <a:ext cx="3073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pic>
        <p:nvPicPr>
          <p:cNvPr id="583" name="Google Shape;583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64587" y="973839"/>
            <a:ext cx="548775" cy="54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6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6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64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9" name="Google Shape;589;p64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90" name="Google Shape;590;p64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1" name="Google Shape;591;p64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92" name="Google Shape;592;p64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3" name="Google Shape;593;p64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94" name="Google Shape;594;p64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5" name="Google Shape;595;p64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596" name="Google Shape;596;p64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7" name="Google Shape;597;p64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8" name="Google Shape;598;p6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599" name="Google Shape;599;p64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1" name="Google Shape;601;p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6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3" name="Google Shape;603;p6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4" name="Google Shape;604;p65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05" name="Google Shape;605;p65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06" name="Google Shape;606;p65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07" name="Google Shape;607;p65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08" name="Google Shape;608;p65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09" name="Google Shape;609;p65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0" name="Google Shape;610;p65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11" name="Google Shape;611;p65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2" name="Google Shape;612;p65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13" name="Google Shape;613;p65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4" name="Google Shape;614;p65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15" name="Google Shape;615;p65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6" name="Google Shape;616;p65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7" name="Google Shape;617;p6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618" name="Google Shape;618;p65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6"/>
          <p:cNvSpPr txBox="1"/>
          <p:nvPr>
            <p:ph idx="1" type="subTitle"/>
          </p:nvPr>
        </p:nvSpPr>
        <p:spPr>
          <a:xfrm>
            <a:off x="663788" y="2519025"/>
            <a:ext cx="24690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1" name="Google Shape;621;p66"/>
          <p:cNvSpPr txBox="1"/>
          <p:nvPr>
            <p:ph type="title"/>
          </p:nvPr>
        </p:nvSpPr>
        <p:spPr>
          <a:xfrm>
            <a:off x="663788" y="930525"/>
            <a:ext cx="30861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9pPr>
          </a:lstStyle>
          <a:p/>
        </p:txBody>
      </p:sp>
      <p:sp>
        <p:nvSpPr>
          <p:cNvPr id="622" name="Google Shape;622;p66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23" name="Google Shape;623;p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6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6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6" name="Google Shape;626;p66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7" name="Google Shape;627;p66"/>
          <p:cNvSpPr txBox="1"/>
          <p:nvPr>
            <p:ph idx="4" type="subTitle"/>
          </p:nvPr>
        </p:nvSpPr>
        <p:spPr>
          <a:xfrm>
            <a:off x="5143013" y="1233038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28" name="Google Shape;628;p66"/>
          <p:cNvSpPr txBox="1"/>
          <p:nvPr>
            <p:ph idx="5" type="subTitle"/>
          </p:nvPr>
        </p:nvSpPr>
        <p:spPr>
          <a:xfrm>
            <a:off x="5143013" y="930525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9" name="Google Shape;629;p66"/>
          <p:cNvSpPr txBox="1"/>
          <p:nvPr>
            <p:ph idx="6" type="subTitle"/>
          </p:nvPr>
        </p:nvSpPr>
        <p:spPr>
          <a:xfrm>
            <a:off x="5143013" y="2373094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30" name="Google Shape;630;p66"/>
          <p:cNvSpPr txBox="1"/>
          <p:nvPr>
            <p:ph idx="7" type="subTitle"/>
          </p:nvPr>
        </p:nvSpPr>
        <p:spPr>
          <a:xfrm>
            <a:off x="5143013" y="2070581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1" name="Google Shape;631;p66"/>
          <p:cNvSpPr txBox="1"/>
          <p:nvPr>
            <p:ph idx="8" type="subTitle"/>
          </p:nvPr>
        </p:nvSpPr>
        <p:spPr>
          <a:xfrm>
            <a:off x="5143013" y="3513150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32" name="Google Shape;632;p66"/>
          <p:cNvSpPr txBox="1"/>
          <p:nvPr>
            <p:ph idx="9" type="subTitle"/>
          </p:nvPr>
        </p:nvSpPr>
        <p:spPr>
          <a:xfrm>
            <a:off x="5143013" y="3210638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4" name="Google Shape;634;p6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6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6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38" name="Google Shape;638;p67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639" name="Google Shape;639;p67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640" name="Google Shape;640;p67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1" name="Google Shape;641;p67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42" name="Google Shape;642;p67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3" name="Google Shape;643;p67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44" name="Google Shape;644;p67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67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646" name="Google Shape;646;p67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7" name="Google Shape;647;p6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648" name="Google Shape;648;p67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0" name="Google Shape;650;p6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6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2" name="Google Shape;652;p6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3" name="Google Shape;653;p68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4" name="Google Shape;654;p68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68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6" name="Google Shape;656;p6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657" name="Google Shape;657;p68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9" name="Google Shape;659;p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6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1" name="Google Shape;661;p6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2" name="Google Shape;662;p69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3" name="Google Shape;663;p69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64" name="Google Shape;664;p69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5" name="Google Shape;665;p6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666" name="Google Shape;666;p69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0"/>
          <p:cNvSpPr txBox="1"/>
          <p:nvPr>
            <p:ph type="title"/>
          </p:nvPr>
        </p:nvSpPr>
        <p:spPr>
          <a:xfrm>
            <a:off x="2460281" y="1239806"/>
            <a:ext cx="55731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669" name="Google Shape;669;p7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70" name="Google Shape;670;p7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7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2" name="Google Shape;672;p7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3" name="Google Shape;673;p70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5" name="Google Shape;675;p7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7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77" name="Google Shape;677;p7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8" name="Google Shape;678;p7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9" name="Google Shape;679;p71"/>
          <p:cNvPicPr preferRelativeResize="0"/>
          <p:nvPr/>
        </p:nvPicPr>
        <p:blipFill rotWithShape="1">
          <a:blip r:embed="rId2">
            <a:alphaModFix/>
          </a:blip>
          <a:srcRect b="315" l="0" r="0" t="32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7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1" name="Google Shape;681;p71"/>
          <p:cNvSpPr txBox="1"/>
          <p:nvPr>
            <p:ph idx="3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682" name="Google Shape;682;p71"/>
          <p:cNvSpPr txBox="1"/>
          <p:nvPr>
            <p:ph idx="4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683" name="Google Shape;683;p71"/>
          <p:cNvSpPr txBox="1"/>
          <p:nvPr>
            <p:ph type="title"/>
          </p:nvPr>
        </p:nvSpPr>
        <p:spPr>
          <a:xfrm>
            <a:off x="675206" y="1302325"/>
            <a:ext cx="29145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5" name="Google Shape;685;p7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6" name="Google Shape;686;p7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87" name="Google Shape;687;p7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8" name="Google Shape;688;p7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9" name="Google Shape;689;p72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72"/>
          <p:cNvSpPr txBox="1"/>
          <p:nvPr>
            <p:ph idx="3" type="body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800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691" name="Google Shape;691;p72"/>
          <p:cNvSpPr txBox="1"/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3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4" name="Google Shape;694;p73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695" name="Google Shape;695;p73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696" name="Google Shape;696;p73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ee7bc903c_0_714"/>
          <p:cNvSpPr txBox="1"/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02" name="Google Shape;702;g3aee7bc903c_0_71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g3aee7bc903c_0_714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 type="tx">
  <p:cSld name="TITLE_AND_BODY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ee7bc903c_0_71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6" name="Google Shape;706;g3aee7bc903c_0_718"/>
          <p:cNvSpPr/>
          <p:nvPr>
            <p:ph idx="2" type="pic"/>
          </p:nvPr>
        </p:nvSpPr>
        <p:spPr>
          <a:xfrm>
            <a:off x="228600" y="1322475"/>
            <a:ext cx="8686800" cy="3592500"/>
          </a:xfrm>
          <a:prstGeom prst="rect">
            <a:avLst/>
          </a:prstGeom>
          <a:noFill/>
          <a:ln>
            <a:noFill/>
          </a:ln>
        </p:spPr>
      </p:sp>
      <p:sp>
        <p:nvSpPr>
          <p:cNvPr id="707" name="Google Shape;707;g3aee7bc903c_0_718"/>
          <p:cNvSpPr/>
          <p:nvPr/>
        </p:nvSpPr>
        <p:spPr>
          <a:xfrm>
            <a:off x="228475" y="228600"/>
            <a:ext cx="8686800" cy="86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708" name="Google Shape;708;g3aee7bc903c_0_718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353535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ee7bc903c_0_723"/>
          <p:cNvSpPr txBox="1"/>
          <p:nvPr>
            <p:ph idx="1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11" name="Google Shape;711;g3aee7bc903c_0_723"/>
          <p:cNvSpPr txBox="1"/>
          <p:nvPr>
            <p:ph idx="2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12" name="Google Shape;712;g3aee7bc903c_0_723"/>
          <p:cNvSpPr txBox="1"/>
          <p:nvPr>
            <p:ph type="title"/>
          </p:nvPr>
        </p:nvSpPr>
        <p:spPr>
          <a:xfrm>
            <a:off x="675206" y="1302325"/>
            <a:ext cx="29145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cxnSp>
        <p:nvCxnSpPr>
          <p:cNvPr id="713" name="Google Shape;713;g3aee7bc903c_0_7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4" name="Google Shape;714;g3aee7bc903c_0_72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15" name="Google Shape;715;g3aee7bc903c_0_72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g3aee7bc903c_0_72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g3aee7bc903c_0_723"/>
          <p:cNvSpPr txBox="1"/>
          <p:nvPr>
            <p:ph idx="4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ee7bc903c_0_73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0" name="Google Shape;720;g3aee7bc903c_0_7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1" name="Google Shape;721;g3aee7bc903c_0_73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2" name="Google Shape;722;g3aee7bc903c_0_73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g3aee7bc903c_0_732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g3aee7bc903c_0_732"/>
          <p:cNvSpPr txBox="1"/>
          <p:nvPr>
            <p:ph idx="3" type="body"/>
          </p:nvPr>
        </p:nvSpPr>
        <p:spPr>
          <a:xfrm>
            <a:off x="1828800" y="120015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aee7bc903c_0_739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727" name="Google Shape;727;g3aee7bc903c_0_73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8" name="Google Shape;728;g3aee7bc903c_0_739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9" name="Google Shape;729;g3aee7bc903c_0_739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0" name="Google Shape;730;g3aee7bc903c_0_7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aee7bc903c_0_745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3" name="Google Shape;733;g3aee7bc903c_0_745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4" name="Google Shape;734;g3aee7bc903c_0_745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5" name="Google Shape;735;g3aee7bc903c_0_745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6" name="Google Shape;736;g3aee7bc903c_0_74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7" name="Google Shape;737;g3aee7bc903c_0_74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ee7bc903c_0_752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g3aee7bc903c_0_752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g3aee7bc903c_0_752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42" name="Google Shape;742;g3aee7bc903c_0_7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3" name="Google Shape;743;g3aee7bc903c_0_7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g3aee7bc903c_0_7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g3aee7bc903c_0_7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g3aee7bc903c_0_752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7" name="Google Shape;747;g3aee7bc903c_0_752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8" name="Google Shape;748;g3aee7bc903c_0_752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9" name="Google Shape;749;g3aee7bc903c_0_752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50" name="Google Shape;750;g3aee7bc903c_0_752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g3aee7bc903c_0_75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g3aee7bc903c_0_75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aee7bc903c_0_76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g3aee7bc903c_0_767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6" name="Google Shape;756;g3aee7bc903c_0_767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7" name="Google Shape;757;g3aee7bc903c_0_767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58" name="Google Shape;758;g3aee7bc903c_0_767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759" name="Google Shape;759;g3aee7bc903c_0_76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0" name="Google Shape;760;g3aee7bc903c_0_76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ee7bc903c_0_775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63" name="Google Shape;763;g3aee7bc903c_0_775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4" name="Google Shape;764;g3aee7bc903c_0_775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5" name="Google Shape;765;g3aee7bc903c_0_775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6" name="Google Shape;766;g3aee7bc903c_0_775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7" name="Google Shape;767;g3aee7bc903c_0_775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11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68" name="Google Shape;768;g3aee7bc903c_0_775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g3aee7bc903c_0_77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0" name="Google Shape;770;g3aee7bc903c_0_77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1" name="Google Shape;771;g3aee7bc903c_0_7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g3aee7bc903c_0_7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g3aee7bc903c_0_7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g3aee7bc903c_0_7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aee7bc903c_0_789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g3aee7bc903c_0_78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8" name="Google Shape;778;g3aee7bc903c_0_789"/>
          <p:cNvSpPr txBox="1"/>
          <p:nvPr>
            <p:ph idx="1" type="subTitle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9" name="Google Shape;779;g3aee7bc903c_0_789"/>
          <p:cNvSpPr txBox="1"/>
          <p:nvPr>
            <p:ph type="title"/>
          </p:nvPr>
        </p:nvSpPr>
        <p:spPr>
          <a:xfrm>
            <a:off x="4245394" y="1281774"/>
            <a:ext cx="4302300" cy="15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0" name="Google Shape;780;g3aee7bc903c_0_789"/>
          <p:cNvSpPr txBox="1"/>
          <p:nvPr>
            <p:ph idx="2" type="subTitle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 Medium"/>
              <a:buNone/>
              <a:defRPr sz="11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1" name="Google Shape;781;g3aee7bc903c_0_789"/>
          <p:cNvSpPr txBox="1"/>
          <p:nvPr>
            <p:ph idx="3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82" name="Google Shape;782;g3aee7bc903c_0_78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ee7bc903c_0_79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5" name="Google Shape;785;g3aee7bc903c_0_79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g3aee7bc903c_0_797"/>
          <p:cNvSpPr txBox="1"/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7" name="Google Shape;787;g3aee7bc903c_0_797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88" name="Google Shape;788;g3aee7bc903c_0_797"/>
          <p:cNvSpPr txBox="1"/>
          <p:nvPr>
            <p:ph idx="2" type="subTitle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9" name="Google Shape;789;g3aee7bc903c_0_797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0" name="Google Shape;790;g3aee7bc903c_0_797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91" name="Google Shape;791;g3aee7bc903c_0_797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b="0" i="0" sz="900" u="none" cap="none" strike="noStrike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92" name="Google Shape;792;g3aee7bc903c_0_797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b="0" i="0" sz="900" u="none" cap="none" strike="noStrik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93" name="Google Shape;793;g3aee7bc903c_0_797"/>
          <p:cNvPicPr preferRelativeResize="0"/>
          <p:nvPr/>
        </p:nvPicPr>
        <p:blipFill rotWithShape="1">
          <a:blip r:embed="rId3">
            <a:alphaModFix/>
          </a:blip>
          <a:srcRect b="0" l="2507" r="2498" t="0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g3aee7bc903c_0_797"/>
          <p:cNvPicPr preferRelativeResize="0"/>
          <p:nvPr/>
        </p:nvPicPr>
        <p:blipFill rotWithShape="1">
          <a:blip r:embed="rId4">
            <a:alphaModFix/>
          </a:blip>
          <a:srcRect b="0" l="2678" r="2678" t="0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g3aee7bc903c_0_797"/>
          <p:cNvPicPr preferRelativeResize="0"/>
          <p:nvPr/>
        </p:nvPicPr>
        <p:blipFill rotWithShape="1">
          <a:blip r:embed="rId5">
            <a:alphaModFix/>
          </a:blip>
          <a:srcRect b="0" l="2507" r="2498" t="0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g3aee7bc903c_0_797"/>
          <p:cNvPicPr preferRelativeResize="0"/>
          <p:nvPr/>
        </p:nvPicPr>
        <p:blipFill rotWithShape="1">
          <a:blip r:embed="rId6">
            <a:alphaModFix/>
          </a:blip>
          <a:srcRect b="0" l="2326" r="2326" t="0"/>
          <a:stretch/>
        </p:blipFill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g3aee7bc903c_0_79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ee7bc903c_0_812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00" name="Google Shape;800;g3aee7bc903c_0_81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1" name="Google Shape;801;g3aee7bc903c_0_81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2" name="Google Shape;802;g3aee7bc903c_0_81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03" name="Google Shape;803;g3aee7bc903c_0_812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41414"/>
                </a:solidFill>
              </a:defRPr>
            </a:lvl9pPr>
          </a:lstStyle>
          <a:p/>
        </p:txBody>
      </p:sp>
      <p:sp>
        <p:nvSpPr>
          <p:cNvPr id="804" name="Google Shape;804;g3aee7bc903c_0_81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aee7bc903c_0_819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07" name="Google Shape;807;g3aee7bc903c_0_81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g3aee7bc903c_0_8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9" name="Google Shape;809;g3aee7bc903c_0_81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10" name="Google Shape;810;g3aee7bc903c_0_819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g3aee7bc903c_0_81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3" name="Google Shape;813;g3aee7bc903c_0_82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g3aee7bc903c_0_8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5" name="Google Shape;815;g3aee7bc903c_0_82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16" name="Google Shape;816;g3aee7bc903c_0_82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g3aee7bc903c_0_826"/>
          <p:cNvSpPr txBox="1"/>
          <p:nvPr>
            <p:ph idx="2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8" name="Google Shape;818;g3aee7bc903c_0_826"/>
          <p:cNvSpPr txBox="1"/>
          <p:nvPr>
            <p:ph idx="3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aee7bc903c_0_833"/>
          <p:cNvSpPr txBox="1"/>
          <p:nvPr>
            <p:ph type="title"/>
          </p:nvPr>
        </p:nvSpPr>
        <p:spPr>
          <a:xfrm>
            <a:off x="335831" y="813421"/>
            <a:ext cx="51189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21" name="Google Shape;821;g3aee7bc903c_0_83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g3aee7bc903c_0_8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3" name="Google Shape;823;g3aee7bc903c_0_83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24" name="Google Shape;824;g3aee7bc903c_0_833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EBEBEB"/>
                </a:solidFill>
              </a:defRPr>
            </a:lvl9pPr>
          </a:lstStyle>
          <a:p/>
        </p:txBody>
      </p:sp>
      <p:sp>
        <p:nvSpPr>
          <p:cNvPr id="825" name="Google Shape;825;g3aee7bc903c_0_833"/>
          <p:cNvSpPr txBox="1"/>
          <p:nvPr>
            <p:ph idx="3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6" name="Google Shape;826;g3aee7bc903c_0_83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3aee7bc903c_0_841"/>
          <p:cNvSpPr txBox="1"/>
          <p:nvPr>
            <p:ph idx="1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2pPr>
            <a:lvl3pPr lvl="2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3pPr>
            <a:lvl4pPr lvl="3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4pPr>
            <a:lvl5pPr lvl="4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5pPr>
            <a:lvl6pPr lvl="5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6pPr>
            <a:lvl7pPr lvl="6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7pPr>
            <a:lvl8pPr lvl="7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8pPr>
            <a:lvl9pPr lvl="8" algn="l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9" name="Google Shape;829;g3aee7bc903c_0_841"/>
          <p:cNvSpPr txBox="1"/>
          <p:nvPr>
            <p:ph idx="2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 Medium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30" name="Google Shape;830;g3aee7bc903c_0_84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g3aee7bc903c_0_8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2" name="Google Shape;832;g3aee7bc903c_0_841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33" name="Google Shape;833;g3aee7bc903c_0_84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aee7bc903c_0_848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836" name="Google Shape;836;g3aee7bc903c_0_84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7" name="Google Shape;837;g3aee7bc903c_0_848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8" name="Google Shape;838;g3aee7bc903c_0_8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9" name="Google Shape;839;g3aee7bc903c_0_84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40" name="Google Shape;840;g3aee7bc903c_0_84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aee7bc903c_0_85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843" name="Google Shape;843;g3aee7bc903c_0_8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g3aee7bc903c_0_85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5" name="Google Shape;845;g3aee7bc903c_0_8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6" name="Google Shape;846;g3aee7bc903c_0_855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7" name="Google Shape;847;g3aee7bc903c_0_8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848" name="Google Shape;848;g3aee7bc903c_0_855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aee7bc903c_0_86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1" name="Google Shape;851;g3aee7bc903c_0_8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g3aee7bc903c_0_86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3" name="Google Shape;853;g3aee7bc903c_0_86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4" name="Google Shape;854;g3aee7bc903c_0_863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5" name="Google Shape;855;g3aee7bc903c_0_863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aee7bc903c_0_863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aee7bc903c_0_863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aee7bc903c_0_863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aee7bc903c_0_863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aee7bc903c_0_863"/>
          <p:cNvSpPr txBox="1"/>
          <p:nvPr>
            <p:ph idx="3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22950" spcFirstLastPara="1" rIns="3429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861" name="Google Shape;861;g3aee7bc903c_0_863"/>
          <p:cNvSpPr txBox="1"/>
          <p:nvPr>
            <p:ph idx="4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548625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g3aee7bc903c_0_863"/>
          <p:cNvSpPr txBox="1"/>
          <p:nvPr>
            <p:ph idx="5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822950" spcFirstLastPara="1" rIns="3429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g3aee7bc903c_0_86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864" name="Google Shape;864;g3aee7bc903c_0_863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6" name="Google Shape;866;g3aee7bc903c_0_8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7" name="Google Shape;867;g3aee7bc903c_0_87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8" name="Google Shape;868;g3aee7bc903c_0_87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9" name="Google Shape;869;g3aee7bc903c_0_879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0" name="Google Shape;870;g3aee7bc903c_0_879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g3aee7bc903c_0_879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g3aee7bc903c_0_879"/>
          <p:cNvSpPr/>
          <p:nvPr/>
        </p:nvSpPr>
        <p:spPr>
          <a:xfrm>
            <a:off x="4397850" y="1855238"/>
            <a:ext cx="47463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g3aee7bc903c_0_879"/>
          <p:cNvSpPr/>
          <p:nvPr/>
        </p:nvSpPr>
        <p:spPr>
          <a:xfrm>
            <a:off x="0" y="1855238"/>
            <a:ext cx="47463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g3aee7bc903c_0_879"/>
          <p:cNvSpPr txBox="1"/>
          <p:nvPr>
            <p:ph idx="2" type="subTitle"/>
          </p:nvPr>
        </p:nvSpPr>
        <p:spPr>
          <a:xfrm>
            <a:off x="0" y="1855238"/>
            <a:ext cx="47463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6858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  <p:sp>
        <p:nvSpPr>
          <p:cNvPr id="875" name="Google Shape;875;g3aee7bc903c_0_879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76" name="Google Shape;876;g3aee7bc903c_0_87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877" name="Google Shape;877;g3aee7bc903c_0_879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78" name="Google Shape;878;g3aee7bc903c_0_879"/>
          <p:cNvSpPr txBox="1"/>
          <p:nvPr>
            <p:ph idx="5" type="subTitle"/>
          </p:nvPr>
        </p:nvSpPr>
        <p:spPr>
          <a:xfrm>
            <a:off x="4974750" y="1855238"/>
            <a:ext cx="4746300" cy="20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51500" spcFirstLastPara="1" rIns="685800" wrap="square" tIns="6857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0" name="Google Shape;880;g3aee7bc903c_0_89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g3aee7bc903c_0_89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2" name="Google Shape;882;g3aee7bc903c_0_89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3" name="Google Shape;883;g3aee7bc903c_0_893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884" name="Google Shape;884;g3aee7bc903c_0_89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g3aee7bc903c_0_893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86" name="Google Shape;886;g3aee7bc903c_0_893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87" name="Google Shape;887;g3aee7bc903c_0_893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205725" spcFirstLastPara="1" rIns="205725" wrap="square" tIns="685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888" name="Google Shape;888;g3aee7bc903c_0_893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9" name="Google Shape;889;g3aee7bc903c_0_89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890" name="Google Shape;890;g3aee7bc903c_0_893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aee7bc903c_0_90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93" name="Google Shape;893;g3aee7bc903c_0_90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g3aee7bc903c_0_90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5" name="Google Shape;895;g3aee7bc903c_0_90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6" name="Google Shape;896;g3aee7bc903c_0_905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aee7bc903c_0_91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99" name="Google Shape;899;g3aee7bc903c_0_91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cxnSp>
        <p:nvCxnSpPr>
          <p:cNvPr id="900" name="Google Shape;900;g3aee7bc903c_0_9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g3aee7bc903c_0_91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2" name="Google Shape;902;g3aee7bc903c_0_91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3" name="Google Shape;903;g3aee7bc903c_0_911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04" name="Google Shape;904;g3aee7bc903c_0_911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g3aee7bc903c_0_911"/>
          <p:cNvSpPr txBox="1"/>
          <p:nvPr>
            <p:ph idx="4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7" name="Google Shape;907;g3aee7bc903c_0_9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g3aee7bc903c_0_92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9" name="Google Shape;909;g3aee7bc903c_0_92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0" name="Google Shape;910;g3aee7bc903c_0_920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1" name="Google Shape;911;g3aee7bc903c_0_920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12" name="Google Shape;912;g3aee7bc903c_0_92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13" name="Google Shape;913;g3aee7bc903c_0_920"/>
          <p:cNvSpPr txBox="1"/>
          <p:nvPr>
            <p:ph idx="3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5" name="Google Shape;915;g3aee7bc903c_0_9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6" name="Google Shape;916;g3aee7bc903c_0_92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7" name="Google Shape;917;g3aee7bc903c_0_92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8" name="Google Shape;918;g3aee7bc903c_0_928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19" name="Google Shape;919;g3aee7bc903c_0_928"/>
          <p:cNvSpPr txBox="1"/>
          <p:nvPr>
            <p:ph idx="2" type="body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920" name="Google Shape;920;g3aee7bc903c_0_928"/>
          <p:cNvSpPr txBox="1"/>
          <p:nvPr>
            <p:ph idx="3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921" name="Google Shape;921;g3aee7bc903c_0_928"/>
          <p:cNvSpPr txBox="1"/>
          <p:nvPr>
            <p:ph idx="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2" name="Google Shape;922;g3aee7bc903c_0_92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23" name="Google Shape;923;g3aee7bc903c_0_928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5" name="Google Shape;925;g3aee7bc903c_0_9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g3aee7bc903c_0_93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7" name="Google Shape;927;g3aee7bc903c_0_93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8" name="Google Shape;928;g3aee7bc903c_0_938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g3aee7bc903c_0_938"/>
          <p:cNvSpPr txBox="1"/>
          <p:nvPr>
            <p:ph idx="2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930" name="Google Shape;930;g3aee7bc903c_0_938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1" name="Google Shape;931;g3aee7bc903c_0_93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32" name="Google Shape;932;g3aee7bc903c_0_938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ee7bc903c_0_94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935" name="Google Shape;935;g3aee7bc903c_0_9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6" name="Google Shape;936;g3aee7bc903c_0_9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g3aee7bc903c_0_9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8" name="Google Shape;938;g3aee7bc903c_0_947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39" name="Google Shape;939;g3aee7bc903c_0_947"/>
          <p:cNvCxnSpPr/>
          <p:nvPr/>
        </p:nvCxnSpPr>
        <p:spPr>
          <a:xfrm>
            <a:off x="3109811" y="-5512"/>
            <a:ext cx="0" cy="51546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0" name="Google Shape;940;g3aee7bc903c_0_947"/>
          <p:cNvSpPr txBox="1"/>
          <p:nvPr>
            <p:ph idx="3" type="subTitle"/>
          </p:nvPr>
        </p:nvSpPr>
        <p:spPr>
          <a:xfrm>
            <a:off x="3350831" y="1374657"/>
            <a:ext cx="3836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41" name="Google Shape;941;g3aee7bc903c_0_947"/>
          <p:cNvSpPr txBox="1"/>
          <p:nvPr>
            <p:ph idx="4" type="subTitle"/>
          </p:nvPr>
        </p:nvSpPr>
        <p:spPr>
          <a:xfrm>
            <a:off x="3350831" y="1080975"/>
            <a:ext cx="3404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2" name="Google Shape;942;g3aee7bc903c_0_947"/>
          <p:cNvSpPr txBox="1"/>
          <p:nvPr>
            <p:ph idx="5" type="subTitle"/>
          </p:nvPr>
        </p:nvSpPr>
        <p:spPr>
          <a:xfrm>
            <a:off x="2521875" y="1374657"/>
            <a:ext cx="517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4" name="Google Shape;944;g3aee7bc903c_0_9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g3aee7bc903c_0_95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6" name="Google Shape;946;g3aee7bc903c_0_95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7" name="Google Shape;947;g3aee7bc903c_0_95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8" name="Google Shape;948;g3aee7bc903c_0_957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49" name="Google Shape;949;g3aee7bc903c_0_957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950" name="Google Shape;950;g3aee7bc903c_0_957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1" name="Google Shape;951;g3aee7bc903c_0_957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2" name="Google Shape;952;g3aee7bc903c_0_957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53" name="Google Shape;953;g3aee7bc903c_0_957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954" name="Google Shape;954;g3aee7bc903c_0_957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55" name="Google Shape;955;g3aee7bc903c_0_95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56" name="Google Shape;956;g3aee7bc903c_0_957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aee7bc903c_0_971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59" name="Google Shape;959;g3aee7bc903c_0_971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60" name="Google Shape;960;g3aee7bc903c_0_971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961" name="Google Shape;961;g3aee7bc903c_0_97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g3aee7bc903c_0_97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g3aee7bc903c_0_97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4" name="Google Shape;964;g3aee7bc903c_0_971"/>
          <p:cNvSpPr txBox="1"/>
          <p:nvPr>
            <p:ph idx="4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65" name="Google Shape;965;g3aee7bc903c_0_971"/>
          <p:cNvCxnSpPr/>
          <p:nvPr/>
        </p:nvCxnSpPr>
        <p:spPr>
          <a:xfrm>
            <a:off x="3229609" y="1995769"/>
            <a:ext cx="0" cy="19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66" name="Google Shape;966;g3aee7bc903c_0_971"/>
          <p:cNvCxnSpPr/>
          <p:nvPr/>
        </p:nvCxnSpPr>
        <p:spPr>
          <a:xfrm>
            <a:off x="5914384" y="1995769"/>
            <a:ext cx="0" cy="19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67" name="Google Shape;967;g3aee7bc903c_0_971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68" name="Google Shape;968;g3aee7bc903c_0_971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69" name="Google Shape;969;g3aee7bc903c_0_971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70" name="Google Shape;970;g3aee7bc903c_0_971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71" name="Google Shape;971;g3aee7bc903c_0_971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72" name="Google Shape;972;g3aee7bc903c_0_971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73" name="Google Shape;973;g3aee7bc903c_0_971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74" name="Google Shape;974;g3aee7bc903c_0_97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75" name="Google Shape;975;g3aee7bc903c_0_971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aee7bc903c_0_990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8" name="Google Shape;978;g3aee7bc903c_0_990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979" name="Google Shape;979;g3aee7bc903c_0_99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g3aee7bc903c_0_99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1" name="Google Shape;981;g3aee7bc903c_0_99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2" name="Google Shape;982;g3aee7bc903c_0_990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3" name="Google Shape;983;g3aee7bc903c_0_990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984" name="Google Shape;984;g3aee7bc903c_0_990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85" name="Google Shape;985;g3aee7bc903c_0_990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6" name="Google Shape;986;g3aee7bc903c_0_990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87" name="Google Shape;987;g3aee7bc903c_0_990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88" name="Google Shape;988;g3aee7bc903c_0_990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989" name="Google Shape;989;g3aee7bc903c_0_990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90" name="Google Shape;990;g3aee7bc903c_0_99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991" name="Google Shape;991;g3aee7bc903c_0_990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3" name="Google Shape;993;g3aee7bc903c_0_100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g3aee7bc903c_0_100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" name="Google Shape;995;g3aee7bc903c_0_100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6" name="Google Shape;996;g3aee7bc903c_0_1006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97" name="Google Shape;997;g3aee7bc903c_0_1006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998" name="Google Shape;998;g3aee7bc903c_0_1006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999" name="Google Shape;999;g3aee7bc903c_0_1006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0" name="Google Shape;1000;g3aee7bc903c_0_1006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001" name="Google Shape;1001;g3aee7bc903c_0_1006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2" name="Google Shape;1002;g3aee7bc903c_0_1006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003" name="Google Shape;1003;g3aee7bc903c_0_1006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04" name="Google Shape;1004;g3aee7bc903c_0_100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005" name="Google Shape;1005;g3aee7bc903c_0_1006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7" name="Google Shape;1007;g3aee7bc903c_0_10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8" name="Google Shape;1008;g3aee7bc903c_0_102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9" name="Google Shape;1009;g3aee7bc903c_0_102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0" name="Google Shape;1010;g3aee7bc903c_0_1020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1" name="Google Shape;1011;g3aee7bc903c_0_1020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012" name="Google Shape;1012;g3aee7bc903c_0_1020"/>
          <p:cNvSpPr txBox="1"/>
          <p:nvPr>
            <p:ph idx="3" type="subTitle"/>
          </p:nvPr>
        </p:nvSpPr>
        <p:spPr>
          <a:xfrm>
            <a:off x="6808678" y="2286319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3" name="Google Shape;1013;g3aee7bc903c_0_1020"/>
          <p:cNvSpPr txBox="1"/>
          <p:nvPr>
            <p:ph idx="4" type="subTitle"/>
          </p:nvPr>
        </p:nvSpPr>
        <p:spPr>
          <a:xfrm>
            <a:off x="7713384" y="2286319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4" name="Google Shape;1014;g3aee7bc903c_0_1020"/>
          <p:cNvSpPr txBox="1"/>
          <p:nvPr>
            <p:ph idx="5" type="subTitle"/>
          </p:nvPr>
        </p:nvSpPr>
        <p:spPr>
          <a:xfrm>
            <a:off x="6808678" y="2881220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5" name="Google Shape;1015;g3aee7bc903c_0_1020"/>
          <p:cNvSpPr txBox="1"/>
          <p:nvPr>
            <p:ph idx="6" type="subTitle"/>
          </p:nvPr>
        </p:nvSpPr>
        <p:spPr>
          <a:xfrm>
            <a:off x="7713384" y="2881220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6" name="Google Shape;1016;g3aee7bc903c_0_1020"/>
          <p:cNvSpPr txBox="1"/>
          <p:nvPr>
            <p:ph idx="7" type="subTitle"/>
          </p:nvPr>
        </p:nvSpPr>
        <p:spPr>
          <a:xfrm>
            <a:off x="6808678" y="3452645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7" name="Google Shape;1017;g3aee7bc903c_0_1020"/>
          <p:cNvSpPr txBox="1"/>
          <p:nvPr>
            <p:ph idx="8" type="subTitle"/>
          </p:nvPr>
        </p:nvSpPr>
        <p:spPr>
          <a:xfrm>
            <a:off x="7713384" y="3452645"/>
            <a:ext cx="6858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800"/>
            </a:lvl9pPr>
          </a:lstStyle>
          <a:p/>
        </p:txBody>
      </p:sp>
      <p:sp>
        <p:nvSpPr>
          <p:cNvPr id="1018" name="Google Shape;1018;g3aee7bc903c_0_1020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19" name="Google Shape;1019;g3aee7bc903c_0_102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020" name="Google Shape;1020;g3aee7bc903c_0_1020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2" name="Google Shape;1022;g3aee7bc903c_0_10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g3aee7bc903c_0_103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4" name="Google Shape;1024;g3aee7bc903c_0_103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5" name="Google Shape;1025;g3aee7bc903c_0_1035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6" name="Google Shape;1026;g3aee7bc903c_0_1035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027" name="Google Shape;1027;g3aee7bc903c_0_1035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28" name="Google Shape;1028;g3aee7bc903c_0_1035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029" name="Google Shape;1029;g3aee7bc903c_0_1035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030" name="Google Shape;1030;g3aee7bc903c_0_1035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g3aee7bc903c_0_1035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g3aee7bc903c_0_1035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g3aee7bc903c_0_1035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g3aee7bc903c_0_1035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g3aee7bc903c_0_1035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g3aee7bc903c_0_1035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g3aee7bc903c_0_1035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g3aee7bc903c_0_1035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g3aee7bc903c_0_1035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g3aee7bc903c_0_1035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g3aee7bc903c_0_1035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g3aee7bc903c_0_1035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g3aee7bc903c_0_1035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g3aee7bc903c_0_1035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g3aee7bc903c_0_1035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g3aee7bc903c_0_1035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g3aee7bc903c_0_1035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g3aee7bc903c_0_1035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g3aee7bc903c_0_1035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g3aee7bc903c_0_1035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g3aee7bc903c_0_1035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g3aee7bc903c_0_1035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g3aee7bc903c_0_1035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g3aee7bc903c_0_1035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g3aee7bc903c_0_1035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g3aee7bc903c_0_1035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g3aee7bc903c_0_1035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g3aee7bc903c_0_1035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g3aee7bc903c_0_1035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g3aee7bc903c_0_1035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g3aee7bc903c_0_1035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g3aee7bc903c_0_1035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g3aee7bc903c_0_1035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g3aee7bc903c_0_1035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g3aee7bc903c_0_1035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g3aee7bc903c_0_1035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g3aee7bc903c_0_1035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g3aee7bc903c_0_1035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g3aee7bc903c_0_1035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g3aee7bc903c_0_1035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g3aee7bc903c_0_1035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g3aee7bc903c_0_1035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g3aee7bc903c_0_1035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g3aee7bc903c_0_1035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g3aee7bc903c_0_1035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g3aee7bc903c_0_1035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g3aee7bc903c_0_1035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g3aee7bc903c_0_1035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g3aee7bc903c_0_1035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g3aee7bc903c_0_1035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g3aee7bc903c_0_1035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g3aee7bc903c_0_1035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g3aee7bc903c_0_1035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g3aee7bc903c_0_1035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g3aee7bc903c_0_1035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g3aee7bc903c_0_1035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g3aee7bc903c_0_1035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g3aee7bc903c_0_1035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g3aee7bc903c_0_1035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g3aee7bc903c_0_1035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g3aee7bc903c_0_1035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g3aee7bc903c_0_1035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g3aee7bc903c_0_1035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g3aee7bc903c_0_1035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g3aee7bc903c_0_1035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g3aee7bc903c_0_1035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g3aee7bc903c_0_1035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g3aee7bc903c_0_1035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g3aee7bc903c_0_1035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g3aee7bc903c_0_1035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g3aee7bc903c_0_1035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g3aee7bc903c_0_1035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g3aee7bc903c_0_1035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g3aee7bc903c_0_1035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g3aee7bc903c_0_1035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g3aee7bc903c_0_1035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g3aee7bc903c_0_1035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g3aee7bc903c_0_1035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g3aee7bc903c_0_1035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g3aee7bc903c_0_1035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g3aee7bc903c_0_1035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g3aee7bc903c_0_1035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g3aee7bc903c_0_1035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g3aee7bc903c_0_1035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g3aee7bc903c_0_1035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g3aee7bc903c_0_1035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g3aee7bc903c_0_1035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g3aee7bc903c_0_1035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g3aee7bc903c_0_1035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g3aee7bc903c_0_1035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g3aee7bc903c_0_1035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g3aee7bc903c_0_1035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g3aee7bc903c_0_1035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g3aee7bc903c_0_1035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g3aee7bc903c_0_1035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g3aee7bc903c_0_1035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g3aee7bc903c_0_1035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g3aee7bc903c_0_1035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g3aee7bc903c_0_1035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g3aee7bc903c_0_1035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g3aee7bc903c_0_1035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g3aee7bc903c_0_1035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g3aee7bc903c_0_1035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g3aee7bc903c_0_1035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g3aee7bc903c_0_1035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g3aee7bc903c_0_1035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g3aee7bc903c_0_1035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g3aee7bc903c_0_1035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g3aee7bc903c_0_1035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g3aee7bc903c_0_1035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g3aee7bc903c_0_1035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g3aee7bc903c_0_1035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g3aee7bc903c_0_1035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g3aee7bc903c_0_1035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g3aee7bc903c_0_1035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g3aee7bc903c_0_1035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g3aee7bc903c_0_1035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g3aee7bc903c_0_1035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g3aee7bc903c_0_1035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g3aee7bc903c_0_1035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g3aee7bc903c_0_1035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g3aee7bc903c_0_1035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g3aee7bc903c_0_1035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g3aee7bc903c_0_1035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g3aee7bc903c_0_1035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g3aee7bc903c_0_1035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g3aee7bc903c_0_1035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g3aee7bc903c_0_1035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g3aee7bc903c_0_1035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g3aee7bc903c_0_1035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g3aee7bc903c_0_1035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g3aee7bc903c_0_1035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g3aee7bc903c_0_1035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g3aee7bc903c_0_1035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g3aee7bc903c_0_1035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g3aee7bc903c_0_1035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g3aee7bc903c_0_1035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g3aee7bc903c_0_1035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g3aee7bc903c_0_1035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g3aee7bc903c_0_1035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g3aee7bc903c_0_1035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g3aee7bc903c_0_1035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g3aee7bc903c_0_1035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g3aee7bc903c_0_1035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g3aee7bc903c_0_1035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g3aee7bc903c_0_1035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g3aee7bc903c_0_1035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g3aee7bc903c_0_1035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g3aee7bc903c_0_1035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g3aee7bc903c_0_1035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g3aee7bc903c_0_1035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g3aee7bc903c_0_1035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g3aee7bc903c_0_1035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g3aee7bc903c_0_1035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g3aee7bc903c_0_1035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g3aee7bc903c_0_1035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g3aee7bc903c_0_1035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g3aee7bc903c_0_1035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g3aee7bc903c_0_1035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g3aee7bc903c_0_1035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g3aee7bc903c_0_1035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g3aee7bc903c_0_1035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g3aee7bc903c_0_1035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g3aee7bc903c_0_1035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g3aee7bc903c_0_1035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g3aee7bc903c_0_1035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g3aee7bc903c_0_1035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g3aee7bc903c_0_1035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g3aee7bc903c_0_1035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g3aee7bc903c_0_1035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g3aee7bc903c_0_1035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g3aee7bc903c_0_1035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g3aee7bc903c_0_1035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g3aee7bc903c_0_1035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g3aee7bc903c_0_1035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g3aee7bc903c_0_1035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g3aee7bc903c_0_1035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g3aee7bc903c_0_1035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g3aee7bc903c_0_1035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g3aee7bc903c_0_1035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g3aee7bc903c_0_1035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g3aee7bc903c_0_1035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g3aee7bc903c_0_1035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g3aee7bc903c_0_1035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5" name="Google Shape;1215;g3aee7bc903c_0_1035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6" name="Google Shape;1216;g3aee7bc903c_0_1035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7" name="Google Shape;1217;g3aee7bc903c_0_1035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g3aee7bc903c_0_1035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g3aee7bc903c_0_1035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g3aee7bc903c_0_1035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g3aee7bc903c_0_1035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g3aee7bc903c_0_1035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g3aee7bc903c_0_1035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g3aee7bc903c_0_1035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g3aee7bc903c_0_1035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g3aee7bc903c_0_1035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g3aee7bc903c_0_1035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g3aee7bc903c_0_1035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g3aee7bc903c_0_1035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g3aee7bc903c_0_1035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31" name="Google Shape;1231;g3aee7bc903c_0_103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232" name="Google Shape;1232;g3aee7bc903c_0_1035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4" name="Google Shape;1234;g3aee7bc903c_0_12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g3aee7bc903c_0_12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6" name="Google Shape;1236;g3aee7bc903c_0_12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7" name="Google Shape;1237;g3aee7bc903c_0_124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38" name="Google Shape;1238;g3aee7bc903c_0_1247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39" name="Google Shape;1239;g3aee7bc903c_0_1247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40" name="Google Shape;1240;g3aee7bc903c_0_1247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241" name="Google Shape;1241;g3aee7bc903c_0_1247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42" name="Google Shape;1242;g3aee7bc903c_0_1247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43" name="Google Shape;1243;g3aee7bc903c_0_1247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44" name="Google Shape;1244;g3aee7bc903c_0_1247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245" name="Google Shape;1245;g3aee7bc903c_0_1247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pic>
        <p:nvPicPr>
          <p:cNvPr id="1246" name="Google Shape;1246;g3aee7bc903c_0_1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0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g3aee7bc903c_0_1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0819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g3aee7bc903c_0_1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803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9" name="Google Shape;1249;g3aee7bc903c_0_1247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50" name="Google Shape;1250;g3aee7bc903c_0_124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251" name="Google Shape;1251;g3aee7bc903c_0_1247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3" name="Google Shape;1253;g3aee7bc903c_0_12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4" name="Google Shape;1254;g3aee7bc903c_0_126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5" name="Google Shape;1255;g3aee7bc903c_0_126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6" name="Google Shape;1256;g3aee7bc903c_0_1266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57" name="Google Shape;1257;g3aee7bc903c_0_1266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58" name="Google Shape;1258;g3aee7bc903c_0_1266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259" name="Google Shape;1259;g3aee7bc903c_0_1266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0" name="Google Shape;1260;g3aee7bc903c_0_1266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9pPr>
          </a:lstStyle>
          <a:p/>
        </p:txBody>
      </p:sp>
      <p:sp>
        <p:nvSpPr>
          <p:cNvPr id="1261" name="Google Shape;1261;g3aee7bc903c_0_1266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62" name="Google Shape;1262;g3aee7bc903c_0_1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31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g3aee7bc903c_0_12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996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g3aee7bc903c_0_1266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65" name="Google Shape;1265;g3aee7bc903c_0_126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266" name="Google Shape;1266;g3aee7bc903c_0_1266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aee7bc903c_0_128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269" name="Google Shape;1269;g3aee7bc903c_0_12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g3aee7bc903c_0_128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1" name="Google Shape;1271;g3aee7bc903c_0_128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2" name="Google Shape;1272;g3aee7bc903c_0_128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3" name="Google Shape;1273;g3aee7bc903c_0_1281"/>
          <p:cNvSpPr txBox="1"/>
          <p:nvPr>
            <p:ph type="title"/>
          </p:nvPr>
        </p:nvSpPr>
        <p:spPr>
          <a:xfrm>
            <a:off x="3349163" y="1091531"/>
            <a:ext cx="5043600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274" name="Google Shape;1274;g3aee7bc903c_0_1281"/>
          <p:cNvSpPr txBox="1"/>
          <p:nvPr>
            <p:ph idx="3" type="subTitle"/>
          </p:nvPr>
        </p:nvSpPr>
        <p:spPr>
          <a:xfrm>
            <a:off x="3349200" y="3777544"/>
            <a:ext cx="3073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9pPr>
          </a:lstStyle>
          <a:p/>
        </p:txBody>
      </p:sp>
      <p:pic>
        <p:nvPicPr>
          <p:cNvPr id="1275" name="Google Shape;1275;g3aee7bc903c_0_12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64587" y="973839"/>
            <a:ext cx="548775" cy="54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7" name="Google Shape;1277;g3aee7bc903c_0_129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g3aee7bc903c_0_129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9" name="Google Shape;1279;g3aee7bc903c_0_129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0" name="Google Shape;1280;g3aee7bc903c_0_1290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1" name="Google Shape;1281;g3aee7bc903c_0_1290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82" name="Google Shape;1282;g3aee7bc903c_0_1290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83" name="Google Shape;1283;g3aee7bc903c_0_1290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84" name="Google Shape;1284;g3aee7bc903c_0_1290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85" name="Google Shape;1285;g3aee7bc903c_0_1290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86" name="Google Shape;1286;g3aee7bc903c_0_1290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87" name="Google Shape;1287;g3aee7bc903c_0_1290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288" name="Google Shape;1288;g3aee7bc903c_0_1290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89" name="Google Shape;1289;g3aee7bc903c_0_1290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90" name="Google Shape;1290;g3aee7bc903c_0_129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291" name="Google Shape;1291;g3aee7bc903c_0_1290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3" name="Google Shape;1293;g3aee7bc903c_0_130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g3aee7bc903c_0_130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5" name="Google Shape;1295;g3aee7bc903c_0_130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6" name="Google Shape;1296;g3aee7bc903c_0_1306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97" name="Google Shape;1297;g3aee7bc903c_0_1306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98" name="Google Shape;1298;g3aee7bc903c_0_1306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299" name="Google Shape;1299;g3aee7bc903c_0_1306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00" name="Google Shape;1300;g3aee7bc903c_0_1306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01" name="Google Shape;1301;g3aee7bc903c_0_1306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02" name="Google Shape;1302;g3aee7bc903c_0_1306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03" name="Google Shape;1303;g3aee7bc903c_0_1306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04" name="Google Shape;1304;g3aee7bc903c_0_1306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05" name="Google Shape;1305;g3aee7bc903c_0_1306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06" name="Google Shape;1306;g3aee7bc903c_0_1306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07" name="Google Shape;1307;g3aee7bc903c_0_1306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08" name="Google Shape;1308;g3aee7bc903c_0_1306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09" name="Google Shape;1309;g3aee7bc903c_0_130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310" name="Google Shape;1310;g3aee7bc903c_0_1306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3aee7bc903c_0_1325"/>
          <p:cNvSpPr txBox="1"/>
          <p:nvPr>
            <p:ph idx="1" type="subTitle"/>
          </p:nvPr>
        </p:nvSpPr>
        <p:spPr>
          <a:xfrm>
            <a:off x="663788" y="2519025"/>
            <a:ext cx="24690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13" name="Google Shape;1313;g3aee7bc903c_0_1325"/>
          <p:cNvSpPr txBox="1"/>
          <p:nvPr>
            <p:ph type="title"/>
          </p:nvPr>
        </p:nvSpPr>
        <p:spPr>
          <a:xfrm>
            <a:off x="663788" y="930525"/>
            <a:ext cx="3086100" cy="14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1pPr>
            <a:lvl2pPr lvl="1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2pPr>
            <a:lvl3pPr lvl="2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3pPr>
            <a:lvl4pPr lvl="3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4pPr>
            <a:lvl5pPr lvl="4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5pPr>
            <a:lvl6pPr lvl="5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6pPr>
            <a:lvl7pPr lvl="6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7pPr>
            <a:lvl8pPr lvl="7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8pPr>
            <a:lvl9pPr lvl="8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800"/>
            </a:lvl9pPr>
          </a:lstStyle>
          <a:p/>
        </p:txBody>
      </p:sp>
      <p:sp>
        <p:nvSpPr>
          <p:cNvPr id="1314" name="Google Shape;1314;g3aee7bc903c_0_1325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315" name="Google Shape;1315;g3aee7bc903c_0_13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g3aee7bc903c_0_132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7" name="Google Shape;1317;g3aee7bc903c_0_132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8" name="Google Shape;1318;g3aee7bc903c_0_1325"/>
          <p:cNvSpPr txBox="1"/>
          <p:nvPr>
            <p:ph idx="3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9" name="Google Shape;1319;g3aee7bc903c_0_1325"/>
          <p:cNvSpPr txBox="1"/>
          <p:nvPr>
            <p:ph idx="4" type="subTitle"/>
          </p:nvPr>
        </p:nvSpPr>
        <p:spPr>
          <a:xfrm>
            <a:off x="5143013" y="1233038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20" name="Google Shape;1320;g3aee7bc903c_0_1325"/>
          <p:cNvSpPr txBox="1"/>
          <p:nvPr>
            <p:ph idx="5" type="subTitle"/>
          </p:nvPr>
        </p:nvSpPr>
        <p:spPr>
          <a:xfrm>
            <a:off x="5143013" y="930525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1" name="Google Shape;1321;g3aee7bc903c_0_1325"/>
          <p:cNvSpPr txBox="1"/>
          <p:nvPr>
            <p:ph idx="6" type="subTitle"/>
          </p:nvPr>
        </p:nvSpPr>
        <p:spPr>
          <a:xfrm>
            <a:off x="5143013" y="2373094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22" name="Google Shape;1322;g3aee7bc903c_0_1325"/>
          <p:cNvSpPr txBox="1"/>
          <p:nvPr>
            <p:ph idx="7" type="subTitle"/>
          </p:nvPr>
        </p:nvSpPr>
        <p:spPr>
          <a:xfrm>
            <a:off x="5143013" y="2070581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3" name="Google Shape;1323;g3aee7bc903c_0_1325"/>
          <p:cNvSpPr txBox="1"/>
          <p:nvPr>
            <p:ph idx="8" type="subTitle"/>
          </p:nvPr>
        </p:nvSpPr>
        <p:spPr>
          <a:xfrm>
            <a:off x="5143013" y="3513150"/>
            <a:ext cx="3495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24" name="Google Shape;1324;g3aee7bc903c_0_1325"/>
          <p:cNvSpPr txBox="1"/>
          <p:nvPr>
            <p:ph idx="9" type="subTitle"/>
          </p:nvPr>
        </p:nvSpPr>
        <p:spPr>
          <a:xfrm>
            <a:off x="5143013" y="3210638"/>
            <a:ext cx="3495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6" name="Google Shape;1326;g3aee7bc903c_0_13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7" name="Google Shape;1327;g3aee7bc903c_0_133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8" name="Google Shape;1328;g3aee7bc903c_0_13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9" name="Google Shape;1329;g3aee7bc903c_0_1339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330" name="Google Shape;1330;g3aee7bc903c_0_1339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331" name="Google Shape;1331;g3aee7bc903c_0_1339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332" name="Google Shape;1332;g3aee7bc903c_0_1339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3" name="Google Shape;1333;g3aee7bc903c_0_1339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34" name="Google Shape;1334;g3aee7bc903c_0_1339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5" name="Google Shape;1335;g3aee7bc903c_0_1339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36" name="Google Shape;1336;g3aee7bc903c_0_1339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7" name="Google Shape;1337;g3aee7bc903c_0_1339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100"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100"/>
            </a:lvl9pPr>
          </a:lstStyle>
          <a:p/>
        </p:txBody>
      </p:sp>
      <p:sp>
        <p:nvSpPr>
          <p:cNvPr id="1338" name="Google Shape;1338;g3aee7bc903c_0_1339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9" name="Google Shape;1339;g3aee7bc903c_0_133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340" name="Google Shape;1340;g3aee7bc903c_0_1339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2" name="Google Shape;1342;g3aee7bc903c_0_13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3" name="Google Shape;1343;g3aee7bc903c_0_135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4" name="Google Shape;1344;g3aee7bc903c_0_13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5" name="Google Shape;1345;g3aee7bc903c_0_1355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6" name="Google Shape;1346;g3aee7bc903c_0_1355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7" name="Google Shape;1347;g3aee7bc903c_0_1355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48" name="Google Shape;1348;g3aee7bc903c_0_13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349" name="Google Shape;1349;g3aee7bc903c_0_1355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1" name="Google Shape;1351;g3aee7bc903c_0_13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g3aee7bc903c_0_136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3" name="Google Shape;1353;g3aee7bc903c_0_136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4" name="Google Shape;1354;g3aee7bc903c_0_1364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5" name="Google Shape;1355;g3aee7bc903c_0_1364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6" name="Google Shape;1356;g3aee7bc903c_0_1364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57" name="Google Shape;1357;g3aee7bc903c_0_136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/>
            </a:lvl9pPr>
          </a:lstStyle>
          <a:p/>
        </p:txBody>
      </p:sp>
      <p:sp>
        <p:nvSpPr>
          <p:cNvPr id="1358" name="Google Shape;1358;g3aee7bc903c_0_1364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3aee7bc903c_0_1373"/>
          <p:cNvSpPr txBox="1"/>
          <p:nvPr>
            <p:ph type="title"/>
          </p:nvPr>
        </p:nvSpPr>
        <p:spPr>
          <a:xfrm>
            <a:off x="2460281" y="1239806"/>
            <a:ext cx="55731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100">
                <a:solidFill>
                  <a:schemeClr val="accen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1361" name="Google Shape;1361;g3aee7bc903c_0_137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62" name="Google Shape;1362;g3aee7bc903c_0_13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3" name="Google Shape;1363;g3aee7bc903c_0_137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4" name="Google Shape;1364;g3aee7bc903c_0_137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00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5" name="Google Shape;1365;g3aee7bc903c_0_1373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7" name="Google Shape;1367;g3aee7bc903c_0_13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8" name="Google Shape;1368;g3aee7bc903c_0_138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69" name="Google Shape;1369;g3aee7bc903c_0_138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g3aee7bc903c_0_138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71" name="Google Shape;1371;g3aee7bc903c_0_1380"/>
          <p:cNvPicPr preferRelativeResize="0"/>
          <p:nvPr/>
        </p:nvPicPr>
        <p:blipFill rotWithShape="1">
          <a:blip r:embed="rId2">
            <a:alphaModFix/>
          </a:blip>
          <a:srcRect b="317" l="0" r="0" t="32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g3aee7bc903c_0_1380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3" name="Google Shape;1373;g3aee7bc903c_0_1380"/>
          <p:cNvSpPr txBox="1"/>
          <p:nvPr>
            <p:ph idx="3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1374" name="Google Shape;1374;g3aee7bc903c_0_1380"/>
          <p:cNvSpPr txBox="1"/>
          <p:nvPr>
            <p:ph idx="4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1375" name="Google Shape;1375;g3aee7bc903c_0_1380"/>
          <p:cNvSpPr txBox="1"/>
          <p:nvPr>
            <p:ph type="title"/>
          </p:nvPr>
        </p:nvSpPr>
        <p:spPr>
          <a:xfrm>
            <a:off x="675206" y="1302325"/>
            <a:ext cx="2914500" cy="20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7" name="Google Shape;1377;g3aee7bc903c_0_139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8" name="Google Shape;1378;g3aee7bc903c_0_139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79" name="Google Shape;1379;g3aee7bc903c_0_139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0" name="Google Shape;1380;g3aee7bc903c_0_139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1" name="Google Shape;1381;g3aee7bc903c_0_1390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2" name="Google Shape;1382;g3aee7bc903c_0_1390"/>
          <p:cNvSpPr txBox="1"/>
          <p:nvPr>
            <p:ph idx="3" type="body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800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1383" name="Google Shape;1383;g3aee7bc903c_0_1390"/>
          <p:cNvSpPr txBox="1"/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bg>
      <p:bgPr>
        <a:solidFill>
          <a:schemeClr val="dk2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aee7bc903c_0_1398"/>
          <p:cNvSpPr txBox="1"/>
          <p:nvPr>
            <p:ph idx="12" type="sldNum"/>
          </p:nvPr>
        </p:nvSpPr>
        <p:spPr>
          <a:xfrm>
            <a:off x="8595308" y="47498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6" name="Google Shape;1386;g3aee7bc903c_0_1398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t/>
            </a:r>
            <a:endParaRPr b="0" i="0" sz="5600" u="none" cap="none" strike="noStrike">
              <a:solidFill>
                <a:schemeClr val="lt2"/>
              </a:solidFill>
              <a:latin typeface="Young Serif"/>
              <a:ea typeface="Young Serif"/>
              <a:cs typeface="Young Serif"/>
              <a:sym typeface="Young Serif"/>
            </a:endParaRPr>
          </a:p>
        </p:txBody>
      </p:sp>
      <p:sp>
        <p:nvSpPr>
          <p:cNvPr id="1387" name="Google Shape;1387;g3aee7bc903c_0_1398"/>
          <p:cNvSpPr txBox="1"/>
          <p:nvPr>
            <p:ph type="title"/>
          </p:nvPr>
        </p:nvSpPr>
        <p:spPr>
          <a:xfrm>
            <a:off x="1248900" y="1632850"/>
            <a:ext cx="6646200" cy="158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388" name="Google Shape;1388;g3aee7bc903c_0_1398"/>
          <p:cNvSpPr txBox="1"/>
          <p:nvPr>
            <p:ph idx="1" type="subTitle"/>
          </p:nvPr>
        </p:nvSpPr>
        <p:spPr>
          <a:xfrm>
            <a:off x="2369850" y="3221650"/>
            <a:ext cx="4404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47" Type="http://schemas.openxmlformats.org/officeDocument/2006/relationships/theme" Target="../theme/theme3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66.xml"/><Relationship Id="rId42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7.xml"/><Relationship Id="rId22" Type="http://schemas.openxmlformats.org/officeDocument/2006/relationships/slideLayout" Target="../slideLayouts/slideLayout68.xml"/><Relationship Id="rId44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67.xml"/><Relationship Id="rId43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70.xml"/><Relationship Id="rId46" Type="http://schemas.openxmlformats.org/officeDocument/2006/relationships/slideLayout" Target="../slideLayouts/slideLayout92.xml"/><Relationship Id="rId23" Type="http://schemas.openxmlformats.org/officeDocument/2006/relationships/slideLayout" Target="../slideLayouts/slideLayout69.xml"/><Relationship Id="rId45" Type="http://schemas.openxmlformats.org/officeDocument/2006/relationships/slideLayout" Target="../slideLayouts/slideLayout91.xml"/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26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1.xml"/><Relationship Id="rId47" Type="http://schemas.openxmlformats.org/officeDocument/2006/relationships/theme" Target="../theme/theme1.xml"/><Relationship Id="rId28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75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57.xml"/><Relationship Id="rId3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56.xml"/><Relationship Id="rId32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59.xml"/><Relationship Id="rId35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58.xml"/><Relationship Id="rId34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61.xml"/><Relationship Id="rId37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60.xml"/><Relationship Id="rId36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63.xml"/><Relationship Id="rId39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62.xml"/><Relationship Id="rId38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ed Hat Display"/>
              <a:buChar char="▸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7500" lvl="1" marL="9144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7500" lvl="2" marL="13716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7500" lvl="3" marL="18288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7500" lvl="4" marL="22860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7500" lvl="5" marL="27432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7500" lvl="6" marL="32004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7500" lvl="7" marL="3657600" marR="0" rtl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7500" lvl="8" marL="4114800" marR="0" rtl="0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aee7bc903c_0_711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b="0" i="0" sz="2600" u="none" cap="none" strike="noStrik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699" name="Google Shape;699;g3aee7bc903c_0_7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ed Hat Display"/>
              <a:buChar char="▸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7500" lvl="1" marL="9144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7500" lvl="2" marL="13716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7500" lvl="3" marL="18288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7500" lvl="4" marL="22860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7500" lvl="5" marL="27432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7500" lvl="6" marL="32004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7500" lvl="7" marL="3657600" marR="0"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7500" lvl="8" marL="4114800" marR="0" algn="l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Red Hat Display"/>
              <a:buChar char="･"/>
              <a:defRPr b="0" i="0" sz="14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8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5.png"/><Relationship Id="rId6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3aee7bc903c_0_706"/>
          <p:cNvSpPr txBox="1"/>
          <p:nvPr>
            <p:ph type="title"/>
          </p:nvPr>
        </p:nvSpPr>
        <p:spPr>
          <a:xfrm>
            <a:off x="3799700" y="845625"/>
            <a:ext cx="5254800" cy="29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" sz="4400"/>
              <a:t>When AI Makes Things Up: Understanding and Tackling Hallucinations</a:t>
            </a:r>
            <a:endParaRPr b="1" sz="4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1" sz="4400"/>
          </a:p>
        </p:txBody>
      </p:sp>
      <p:sp>
        <p:nvSpPr>
          <p:cNvPr id="1394" name="Google Shape;1394;g3aee7bc903c_0_706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	PyData Global 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"/>
          <p:cNvSpPr txBox="1"/>
          <p:nvPr>
            <p:ph type="title"/>
          </p:nvPr>
        </p:nvSpPr>
        <p:spPr>
          <a:xfrm>
            <a:off x="635500" y="228600"/>
            <a:ext cx="78369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 sz="2800"/>
              <a:t>About the Speaker</a:t>
            </a:r>
            <a:endParaRPr b="1" sz="2800"/>
          </a:p>
        </p:txBody>
      </p:sp>
      <p:pic>
        <p:nvPicPr>
          <p:cNvPr id="1400" name="Google Shape;14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913" y="2058300"/>
            <a:ext cx="1647600" cy="168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2"/>
          <p:cNvSpPr txBox="1"/>
          <p:nvPr/>
        </p:nvSpPr>
        <p:spPr>
          <a:xfrm>
            <a:off x="4451403" y="2360360"/>
            <a:ext cx="30753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2000" u="none" cap="none" strike="noStrike">
                <a:solidFill>
                  <a:schemeClr val="accent1"/>
                </a:solidFill>
                <a:latin typeface="Red Hat Display ExtraBold"/>
                <a:ea typeface="Red Hat Display ExtraBold"/>
                <a:cs typeface="Red Hat Display ExtraBold"/>
                <a:sym typeface="Red Hat Display ExtraBold"/>
              </a:rPr>
              <a:t>Aarti Jha</a:t>
            </a:r>
            <a:endParaRPr b="0" i="0" sz="2000" u="none" cap="none" strike="noStrike">
              <a:solidFill>
                <a:schemeClr val="accent1"/>
              </a:solidFill>
              <a:latin typeface="Red Hat Display ExtraBold"/>
              <a:ea typeface="Red Hat Display ExtraBold"/>
              <a:cs typeface="Red Hat Display ExtraBold"/>
              <a:sym typeface="Red Hat Display ExtraBold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latin typeface="Red Hat Display"/>
                <a:ea typeface="Red Hat Display"/>
                <a:cs typeface="Red Hat Display"/>
                <a:sym typeface="Red Hat Display"/>
              </a:rPr>
              <a:t>Principal</a:t>
            </a:r>
            <a:r>
              <a:rPr b="0" i="0" lang="en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Data Scientist</a:t>
            </a:r>
            <a:endParaRPr b="0" i="0" sz="18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Red Hat</a:t>
            </a:r>
            <a:endParaRPr b="0" i="0" sz="18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Bengaluru, India</a:t>
            </a:r>
            <a:endParaRPr b="0" i="0" sz="1800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ae14761506_0_254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07" name="Google Shape;1407;g3ae14761506_0_254" title="68747470733a2f2f696d616765732e73717561726573706163652d63646e2e636f6d2f636f6e74656e742f76312f3537363966633430316236333162616231616464623261622f313534313538303631313632342d5445363451474b524a4738535741495553374e532f6b6531375a77644742546f646449.gif"/>
          <p:cNvPicPr preferRelativeResize="0"/>
          <p:nvPr/>
        </p:nvPicPr>
        <p:blipFill rotWithShape="1">
          <a:blip r:embed="rId3">
            <a:alphaModFix/>
          </a:blip>
          <a:srcRect b="11466" l="0" r="0" t="13978"/>
          <a:stretch/>
        </p:blipFill>
        <p:spPr>
          <a:xfrm>
            <a:off x="1690425" y="1477700"/>
            <a:ext cx="5763150" cy="322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g3ae14761506_0_254"/>
          <p:cNvSpPr txBox="1"/>
          <p:nvPr>
            <p:ph idx="3" type="subTitle"/>
          </p:nvPr>
        </p:nvSpPr>
        <p:spPr>
          <a:xfrm>
            <a:off x="2862037" y="258155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AI in Our Everyday Lives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aee7bc903c_1_8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4" name="Google Shape;1414;g3aee7bc903c_1_8" title="Screenshot 2025-12-09 at 6.29.51 PM.png"/>
          <p:cNvPicPr preferRelativeResize="0"/>
          <p:nvPr/>
        </p:nvPicPr>
        <p:blipFill rotWithShape="1">
          <a:blip r:embed="rId3">
            <a:alphaModFix/>
          </a:blip>
          <a:srcRect b="20157" l="0" r="0" t="26047"/>
          <a:stretch/>
        </p:blipFill>
        <p:spPr>
          <a:xfrm>
            <a:off x="389675" y="1238075"/>
            <a:ext cx="8480399" cy="29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g3aee7bc903c_1_8"/>
          <p:cNvSpPr txBox="1"/>
          <p:nvPr>
            <p:ph idx="3" type="subTitle"/>
          </p:nvPr>
        </p:nvSpPr>
        <p:spPr>
          <a:xfrm>
            <a:off x="2132087" y="21393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When AI Sounds Right 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16" name="Google Shape;1416;g3aee7bc903c_1_8"/>
          <p:cNvSpPr txBox="1"/>
          <p:nvPr>
            <p:ph idx="3" type="subTitle"/>
          </p:nvPr>
        </p:nvSpPr>
        <p:spPr>
          <a:xfrm>
            <a:off x="4790743" y="213925"/>
            <a:ext cx="35553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- But Isn’t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3ae14761506_0_8"/>
          <p:cNvSpPr txBox="1"/>
          <p:nvPr>
            <p:ph idx="3" type="subTitle"/>
          </p:nvPr>
        </p:nvSpPr>
        <p:spPr>
          <a:xfrm>
            <a:off x="2641194" y="23253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are Hallucinations?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22" name="Google Shape;1422;g3ae14761506_0_8"/>
          <p:cNvSpPr txBox="1"/>
          <p:nvPr/>
        </p:nvSpPr>
        <p:spPr>
          <a:xfrm>
            <a:off x="846900" y="2003500"/>
            <a:ext cx="745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Red Hat Display"/>
                <a:ea typeface="Red Hat Display"/>
                <a:cs typeface="Red Hat Display"/>
                <a:sym typeface="Red Hat Display"/>
              </a:rPr>
              <a:t>Hallucination occurs when an AI system generates information that is factually incorrect, unsupported, or entirely fabricated - while sounding confident and fluent.</a:t>
            </a:r>
            <a:endParaRPr b="1" sz="18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23" name="Google Shape;1423;g3ae14761506_0_8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3ae14761506_0_35"/>
          <p:cNvSpPr txBox="1"/>
          <p:nvPr>
            <p:ph idx="3" type="subTitle"/>
          </p:nvPr>
        </p:nvSpPr>
        <p:spPr>
          <a:xfrm>
            <a:off x="2294150" y="0"/>
            <a:ext cx="4746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Isn’t Just a Chatbot Problem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29" name="Google Shape;1429;g3ae14761506_0_35"/>
          <p:cNvSpPr txBox="1"/>
          <p:nvPr/>
        </p:nvSpPr>
        <p:spPr>
          <a:xfrm>
            <a:off x="248521" y="2755962"/>
            <a:ext cx="1977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May confidently invent internal process steps, system behaviors, or operational constraints that don’t actually exist.</a:t>
            </a:r>
            <a:endParaRPr b="0" i="0" sz="1161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0" name="Google Shape;1430;g3ae14761506_0_35"/>
          <p:cNvSpPr txBox="1"/>
          <p:nvPr/>
        </p:nvSpPr>
        <p:spPr>
          <a:xfrm>
            <a:off x="248500" y="2317172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Enterprise Assistants</a:t>
            </a:r>
            <a:endParaRPr b="0" i="0" sz="1161" u="none" cap="none" strike="noStrike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31" name="Google Shape;1431;g3ae14761506_0_35"/>
          <p:cNvSpPr txBox="1"/>
          <p:nvPr/>
        </p:nvSpPr>
        <p:spPr>
          <a:xfrm>
            <a:off x="6917908" y="2746243"/>
            <a:ext cx="1977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May generate plausible-looking but non-existent APIs, functions, or incorrect fixes.</a:t>
            </a:r>
            <a:endParaRPr b="0" i="0" sz="1161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2" name="Google Shape;1432;g3ae14761506_0_35"/>
          <p:cNvSpPr txBox="1"/>
          <p:nvPr/>
        </p:nvSpPr>
        <p:spPr>
          <a:xfrm>
            <a:off x="6917888" y="2317172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Coding &amp; Debugging</a:t>
            </a:r>
            <a:endParaRPr b="0" i="0" sz="1161" u="none" cap="none" strike="noStrike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33" name="Google Shape;1433;g3ae14761506_0_35"/>
          <p:cNvSpPr txBox="1"/>
          <p:nvPr/>
        </p:nvSpPr>
        <p:spPr>
          <a:xfrm>
            <a:off x="4694779" y="2746243"/>
            <a:ext cx="1977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May introduce events, conclusions, or numbers that were never present in the source.</a:t>
            </a:r>
            <a:endParaRPr b="0" i="0" sz="1161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4" name="Google Shape;1434;g3ae14761506_0_35"/>
          <p:cNvSpPr txBox="1"/>
          <p:nvPr/>
        </p:nvSpPr>
        <p:spPr>
          <a:xfrm>
            <a:off x="4694758" y="2317172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Summarization &amp; Reporting</a:t>
            </a:r>
            <a:endParaRPr b="0" i="0" sz="1161" u="none" cap="none" strike="noStrike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35" name="Google Shape;1435;g3ae14761506_0_35"/>
          <p:cNvSpPr txBox="1"/>
          <p:nvPr/>
        </p:nvSpPr>
        <p:spPr>
          <a:xfrm>
            <a:off x="2413923" y="2755962"/>
            <a:ext cx="1977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May fabricate facts or mix multiple sources into a single but incorrect answer.</a:t>
            </a:r>
            <a:endParaRPr b="0" i="0" sz="1161" u="none" cap="none" strike="noStrike">
              <a:solidFill>
                <a:srgbClr val="00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6" name="Google Shape;1436;g3ae14761506_0_35"/>
          <p:cNvSpPr txBox="1"/>
          <p:nvPr/>
        </p:nvSpPr>
        <p:spPr>
          <a:xfrm>
            <a:off x="2433144" y="2317172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Search &amp; Knowledge Systems</a:t>
            </a:r>
            <a:endParaRPr b="0" i="0" sz="1161" u="none" cap="none" strike="noStrike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cxnSp>
        <p:nvCxnSpPr>
          <p:cNvPr id="1437" name="Google Shape;1437;g3ae14761506_0_35"/>
          <p:cNvCxnSpPr/>
          <p:nvPr/>
        </p:nvCxnSpPr>
        <p:spPr>
          <a:xfrm>
            <a:off x="2294150" y="2474522"/>
            <a:ext cx="5700" cy="12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8" name="Google Shape;1438;g3ae14761506_0_35"/>
          <p:cNvCxnSpPr/>
          <p:nvPr/>
        </p:nvCxnSpPr>
        <p:spPr>
          <a:xfrm>
            <a:off x="4488316" y="2458046"/>
            <a:ext cx="6900" cy="121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39" name="Google Shape;1439;g3ae14761506_0_35"/>
          <p:cNvCxnSpPr/>
          <p:nvPr/>
        </p:nvCxnSpPr>
        <p:spPr>
          <a:xfrm>
            <a:off x="6785525" y="2416247"/>
            <a:ext cx="15600" cy="126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440" name="Google Shape;1440;g3ae14761506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311" y="1549081"/>
            <a:ext cx="863988" cy="863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1" name="Google Shape;1441;g3ae14761506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28428" y="1482960"/>
            <a:ext cx="863988" cy="86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2" name="Google Shape;1442;g3ae14761506_0_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4702" y="1482972"/>
            <a:ext cx="863988" cy="86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g3ae14761506_0_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2419" y="1482960"/>
            <a:ext cx="863988" cy="863986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g3ae14761506_0_35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ae14761506_0_153"/>
          <p:cNvSpPr txBox="1"/>
          <p:nvPr>
            <p:ph idx="3" type="subTitle"/>
          </p:nvPr>
        </p:nvSpPr>
        <p:spPr>
          <a:xfrm>
            <a:off x="2294150" y="11237"/>
            <a:ext cx="4746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Why Do Hallucinations Happen?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0" name="Google Shape;1450;g3ae14761506_0_153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451" name="Google Shape;1451;g3ae14761506_0_153"/>
          <p:cNvCxnSpPr/>
          <p:nvPr/>
        </p:nvCxnSpPr>
        <p:spPr>
          <a:xfrm>
            <a:off x="4570075" y="1173800"/>
            <a:ext cx="28800" cy="32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52" name="Google Shape;1452;g3ae14761506_0_153"/>
          <p:cNvCxnSpPr/>
          <p:nvPr/>
        </p:nvCxnSpPr>
        <p:spPr>
          <a:xfrm flipH="1">
            <a:off x="1366300" y="2713177"/>
            <a:ext cx="61671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53" name="Google Shape;1453;g3ae14761506_0_153"/>
          <p:cNvSpPr txBox="1"/>
          <p:nvPr/>
        </p:nvSpPr>
        <p:spPr>
          <a:xfrm>
            <a:off x="1909675" y="3018667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 Knowledge &amp; Data Gaps</a:t>
            </a:r>
            <a:endParaRPr sz="1375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solidFill>
                <a:schemeClr val="accen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54" name="Google Shape;1454;g3ae14761506_0_153"/>
          <p:cNvSpPr txBox="1"/>
          <p:nvPr/>
        </p:nvSpPr>
        <p:spPr>
          <a:xfrm>
            <a:off x="4936859" y="1033650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Model Behavior</a:t>
            </a:r>
            <a:endParaRPr sz="1361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55" name="Google Shape;1455;g3ae14761506_0_153"/>
          <p:cNvSpPr txBox="1"/>
          <p:nvPr/>
        </p:nvSpPr>
        <p:spPr>
          <a:xfrm>
            <a:off x="5273594" y="2818989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System Design Choices</a:t>
            </a:r>
            <a:endParaRPr b="0" i="0" sz="1361" u="none" cap="none" strike="noStrike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56" name="Google Shape;1456;g3ae14761506_0_153"/>
          <p:cNvSpPr txBox="1"/>
          <p:nvPr/>
        </p:nvSpPr>
        <p:spPr>
          <a:xfrm>
            <a:off x="1821533" y="1222496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Input &amp; Prompt Issues</a:t>
            </a:r>
            <a:endParaRPr sz="1375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solidFill>
                <a:schemeClr val="accen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57" name="Google Shape;1457;g3ae14761506_0_153"/>
          <p:cNvSpPr txBox="1"/>
          <p:nvPr/>
        </p:nvSpPr>
        <p:spPr>
          <a:xfrm>
            <a:off x="1869652" y="1537200"/>
            <a:ext cx="23463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Incomplete or ambiguous prompts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Missing key constraints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Missing context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8" name="Google Shape;1458;g3ae14761506_0_153"/>
          <p:cNvSpPr txBox="1"/>
          <p:nvPr/>
        </p:nvSpPr>
        <p:spPr>
          <a:xfrm>
            <a:off x="1869650" y="3333375"/>
            <a:ext cx="22962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Limited or biased training data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Outdated information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Out-of-distribution questions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9" name="Google Shape;1459;g3ae14761506_0_153"/>
          <p:cNvSpPr txBox="1"/>
          <p:nvPr/>
        </p:nvSpPr>
        <p:spPr>
          <a:xfrm>
            <a:off x="5225489" y="1537200"/>
            <a:ext cx="23463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Over-generalization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Next-token prediction nature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Long-context degradation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60" name="Google Shape;1460;g3ae14761506_0_153"/>
          <p:cNvSpPr txBox="1"/>
          <p:nvPr/>
        </p:nvSpPr>
        <p:spPr>
          <a:xfrm>
            <a:off x="5244731" y="3333375"/>
            <a:ext cx="21252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Lack of grounding / verification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Red Hat Text"/>
              <a:buChar char="●"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Optimization for fluency over accuracy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t/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ae14761506_0_130"/>
          <p:cNvSpPr txBox="1"/>
          <p:nvPr>
            <p:ph idx="3" type="subTitle"/>
          </p:nvPr>
        </p:nvSpPr>
        <p:spPr>
          <a:xfrm>
            <a:off x="230150" y="2097425"/>
            <a:ext cx="5220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Evidence-Based 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Hallucination Detection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66" name="Google Shape;1466;g3ae14761506_0_130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67" name="Google Shape;1467;g3ae14761506_0_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499" y="50350"/>
            <a:ext cx="4264699" cy="504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7faec064d3_0_28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73" name="Google Shape;1473;g37faec064d3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187" y="71450"/>
            <a:ext cx="3542907" cy="5000602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g37faec064d3_0_28"/>
          <p:cNvSpPr txBox="1"/>
          <p:nvPr>
            <p:ph idx="3" type="subTitle"/>
          </p:nvPr>
        </p:nvSpPr>
        <p:spPr>
          <a:xfrm>
            <a:off x="230150" y="2097425"/>
            <a:ext cx="52200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" sz="20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Consistency-Based </a:t>
            </a:r>
            <a:endParaRPr b="1" sz="2000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Hallucination Detection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ae14761506_0_186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0" name="Google Shape;1480;g3ae14761506_0_186"/>
          <p:cNvSpPr txBox="1"/>
          <p:nvPr>
            <p:ph idx="3" type="subTitle"/>
          </p:nvPr>
        </p:nvSpPr>
        <p:spPr>
          <a:xfrm>
            <a:off x="452198" y="152400"/>
            <a:ext cx="58977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Model Confidence-Based </a:t>
            </a:r>
            <a:endParaRPr b="1" sz="2000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Hallucination Detection </a:t>
            </a:r>
            <a:endParaRPr b="1" sz="2000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81" name="Google Shape;1481;g3ae14761506_0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605" y="152400"/>
            <a:ext cx="1745997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g3ae14761506_0_186"/>
          <p:cNvSpPr txBox="1"/>
          <p:nvPr/>
        </p:nvSpPr>
        <p:spPr>
          <a:xfrm>
            <a:off x="656275" y="885275"/>
            <a:ext cx="4480200" cy="29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Metrics:</a:t>
            </a:r>
            <a:endParaRPr b="1" sz="165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Token Entropy: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Measures how spread out token probabilities are during generation</a:t>
            </a:r>
            <a:b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</a:b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Probability Drop: 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Detects sudden drops in confidence between consecutive tokens</a:t>
            </a: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Token 1: max prob = </a:t>
            </a:r>
            <a:r>
              <a:rPr b="1" lang="en" sz="1100">
                <a:solidFill>
                  <a:schemeClr val="dk1"/>
                </a:solidFill>
              </a:rPr>
              <a:t>0.91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Token 2: max prob = </a:t>
            </a:r>
            <a:r>
              <a:rPr b="1" lang="en" sz="1100">
                <a:solidFill>
                  <a:schemeClr val="dk1"/>
                </a:solidFill>
              </a:rPr>
              <a:t>0.38</a:t>
            </a:r>
            <a:b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</a:b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Output Variance: 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Measures how much outputs change across multiple generations</a:t>
            </a: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Run 1 → “Notice period is 30 days”</a:t>
            </a: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Run 2 → “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Notice period is 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60 days”</a:t>
            </a: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Run 3 → “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Notice period is </a:t>
            </a:r>
            <a:r>
              <a:rPr lang="en" sz="115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 45 days”</a:t>
            </a:r>
            <a:endParaRPr sz="1150">
              <a:solidFill>
                <a:schemeClr val="dk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483" name="Google Shape;1483;g3ae14761506_0_186"/>
          <p:cNvSpPr txBox="1"/>
          <p:nvPr/>
        </p:nvSpPr>
        <p:spPr>
          <a:xfrm>
            <a:off x="656275" y="3940150"/>
            <a:ext cx="4231200" cy="807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Low Uncertainty  → Stable &amp; Confident Output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High Uncertainty → Potential Hallucination Risk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84" name="Google Shape;1484;g3ae14761506_0_1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2602" y="1433350"/>
            <a:ext cx="1063603" cy="61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3ae14761506_0_283"/>
          <p:cNvSpPr txBox="1"/>
          <p:nvPr>
            <p:ph idx="3" type="subTitle"/>
          </p:nvPr>
        </p:nvSpPr>
        <p:spPr>
          <a:xfrm>
            <a:off x="2467130" y="6"/>
            <a:ext cx="44214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From Detection to Prevention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90" name="Google Shape;1490;g3ae14761506_0_283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91" name="Google Shape;1491;g3ae14761506_0_2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85431"/>
            <a:ext cx="8839204" cy="3668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3ae14761506_0_264"/>
          <p:cNvSpPr txBox="1"/>
          <p:nvPr>
            <p:ph idx="3" type="subTitle"/>
          </p:nvPr>
        </p:nvSpPr>
        <p:spPr>
          <a:xfrm>
            <a:off x="1896100" y="0"/>
            <a:ext cx="5510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Prevention at the Model &amp; Prompt Level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497" name="Google Shape;1497;g3ae14761506_0_264"/>
          <p:cNvCxnSpPr/>
          <p:nvPr/>
        </p:nvCxnSpPr>
        <p:spPr>
          <a:xfrm>
            <a:off x="4703603" y="1173800"/>
            <a:ext cx="28800" cy="32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498" name="Google Shape;1498;g3ae14761506_0_264"/>
          <p:cNvCxnSpPr/>
          <p:nvPr/>
        </p:nvCxnSpPr>
        <p:spPr>
          <a:xfrm flipH="1">
            <a:off x="881175" y="2715075"/>
            <a:ext cx="75756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499" name="Google Shape;1499;g3ae14761506_0_264"/>
          <p:cNvSpPr txBox="1"/>
          <p:nvPr/>
        </p:nvSpPr>
        <p:spPr>
          <a:xfrm>
            <a:off x="1840200" y="2791308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Low Temperature</a:t>
            </a:r>
            <a:endParaRPr sz="1375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00" name="Google Shape;1500;g3ae14761506_0_264"/>
          <p:cNvSpPr txBox="1"/>
          <p:nvPr/>
        </p:nvSpPr>
        <p:spPr>
          <a:xfrm>
            <a:off x="5567509" y="1053350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Refusal Policies</a:t>
            </a:r>
            <a:endParaRPr sz="1361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01" name="Google Shape;1501;g3ae14761506_0_264"/>
          <p:cNvSpPr txBox="1"/>
          <p:nvPr/>
        </p:nvSpPr>
        <p:spPr>
          <a:xfrm>
            <a:off x="5567494" y="2791289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Domain Fine-Tuning</a:t>
            </a:r>
            <a:endParaRPr sz="1361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02" name="Google Shape;1502;g3ae14761506_0_264"/>
          <p:cNvSpPr txBox="1"/>
          <p:nvPr/>
        </p:nvSpPr>
        <p:spPr>
          <a:xfrm>
            <a:off x="1821533" y="1053361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Constrained Prompts</a:t>
            </a:r>
            <a:endParaRPr sz="1161">
              <a:solidFill>
                <a:schemeClr val="accen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03" name="Google Shape;1503;g3ae14761506_0_264"/>
          <p:cNvSpPr txBox="1"/>
          <p:nvPr/>
        </p:nvSpPr>
        <p:spPr>
          <a:xfrm>
            <a:off x="1442100" y="1537200"/>
            <a:ext cx="2773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Limit how the model can reason and respond.</a:t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Example: “Answer only using the provided context. Do not use general knowledge.”</a:t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04" name="Google Shape;1504;g3ae14761506_0_264"/>
          <p:cNvSpPr txBox="1"/>
          <p:nvPr/>
        </p:nvSpPr>
        <p:spPr>
          <a:xfrm>
            <a:off x="1442100" y="3342300"/>
            <a:ext cx="2773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Reduce randomness in generation.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Effect: More stable, deterministic outputs.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05" name="Google Shape;1505;g3ae14761506_0_264"/>
          <p:cNvSpPr txBox="1"/>
          <p:nvPr/>
        </p:nvSpPr>
        <p:spPr>
          <a:xfrm>
            <a:off x="5225500" y="1537200"/>
            <a:ext cx="2661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Block answers without verifiable sources.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Example: “No source → No answer.”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06" name="Google Shape;1506;g3ae14761506_0_264"/>
          <p:cNvSpPr txBox="1"/>
          <p:nvPr/>
        </p:nvSpPr>
        <p:spPr>
          <a:xfrm>
            <a:off x="5244725" y="3333375"/>
            <a:ext cx="2811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Train on domain-specific data.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Effect: Better grounded domain behavior.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07" name="Google Shape;1507;g3ae14761506_0_264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ae14761506_0_299"/>
          <p:cNvSpPr txBox="1"/>
          <p:nvPr>
            <p:ph idx="3" type="subTitle"/>
          </p:nvPr>
        </p:nvSpPr>
        <p:spPr>
          <a:xfrm>
            <a:off x="2395716" y="0"/>
            <a:ext cx="55101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Prevention at the System Level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513" name="Google Shape;1513;g3ae14761506_0_299"/>
          <p:cNvCxnSpPr/>
          <p:nvPr/>
        </p:nvCxnSpPr>
        <p:spPr>
          <a:xfrm>
            <a:off x="4860425" y="988108"/>
            <a:ext cx="24300" cy="349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14" name="Google Shape;1514;g3ae14761506_0_299"/>
          <p:cNvCxnSpPr/>
          <p:nvPr/>
        </p:nvCxnSpPr>
        <p:spPr>
          <a:xfrm flipH="1">
            <a:off x="1033575" y="2787358"/>
            <a:ext cx="7575600" cy="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15" name="Google Shape;1515;g3ae14761506_0_299"/>
          <p:cNvSpPr txBox="1"/>
          <p:nvPr/>
        </p:nvSpPr>
        <p:spPr>
          <a:xfrm>
            <a:off x="2048500" y="2908091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RAG (Context Injection)</a:t>
            </a:r>
            <a:endParaRPr sz="1375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16" name="Google Shape;1516;g3ae14761506_0_299"/>
          <p:cNvSpPr txBox="1"/>
          <p:nvPr/>
        </p:nvSpPr>
        <p:spPr>
          <a:xfrm>
            <a:off x="5623384" y="989683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Tool Use</a:t>
            </a:r>
            <a:endParaRPr sz="1361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17" name="Google Shape;1517;g3ae14761506_0_299"/>
          <p:cNvSpPr txBox="1"/>
          <p:nvPr/>
        </p:nvSpPr>
        <p:spPr>
          <a:xfrm>
            <a:off x="5623369" y="2908072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61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Human-in-the-Loop</a:t>
            </a:r>
            <a:endParaRPr sz="1361">
              <a:solidFill>
                <a:srgbClr val="EE0000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18" name="Google Shape;1518;g3ae14761506_0_299"/>
          <p:cNvSpPr txBox="1"/>
          <p:nvPr/>
        </p:nvSpPr>
        <p:spPr>
          <a:xfrm>
            <a:off x="1973933" y="1125644"/>
            <a:ext cx="19776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375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Grounding (Single Source of Truth)</a:t>
            </a:r>
            <a:endParaRPr sz="1161">
              <a:solidFill>
                <a:schemeClr val="accent1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519" name="Google Shape;1519;g3ae14761506_0_299"/>
          <p:cNvSpPr txBox="1"/>
          <p:nvPr/>
        </p:nvSpPr>
        <p:spPr>
          <a:xfrm>
            <a:off x="1594500" y="1609483"/>
            <a:ext cx="2773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Force answers to come only from verified system data.</a:t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61">
                <a:latin typeface="Red Hat Display"/>
                <a:ea typeface="Red Hat Display"/>
                <a:cs typeface="Red Hat Display"/>
                <a:sym typeface="Red Hat Display"/>
              </a:rPr>
              <a:t>Example: Answer only from an internal database or approved API.</a:t>
            </a:r>
            <a:endParaRPr sz="116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20" name="Google Shape;1520;g3ae14761506_0_299"/>
          <p:cNvSpPr txBox="1"/>
          <p:nvPr/>
        </p:nvSpPr>
        <p:spPr>
          <a:xfrm>
            <a:off x="1594500" y="3414583"/>
            <a:ext cx="2773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Retrieve and inject external domain knowledge at query time.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Example: Fetch policy docs before generating an answer.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21" name="Google Shape;1521;g3ae14761506_0_299"/>
          <p:cNvSpPr txBox="1"/>
          <p:nvPr/>
        </p:nvSpPr>
        <p:spPr>
          <a:xfrm>
            <a:off x="5377900" y="1609483"/>
            <a:ext cx="2661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Delegate precise tasks to deterministic tools instead of the model.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Example: Use a calculator for totals, not the LLM.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22" name="Google Shape;1522;g3ae14761506_0_299"/>
          <p:cNvSpPr txBox="1"/>
          <p:nvPr/>
        </p:nvSpPr>
        <p:spPr>
          <a:xfrm>
            <a:off x="5397125" y="3405658"/>
            <a:ext cx="2811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Route high-risk outputs for manual verification.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415"/>
              </a:spcBef>
              <a:spcAft>
                <a:spcPts val="415"/>
              </a:spcAft>
              <a:buClr>
                <a:srgbClr val="000000"/>
              </a:buClr>
              <a:buSzPts val="1161"/>
              <a:buFont typeface="Arial"/>
              <a:buNone/>
            </a:pPr>
            <a:r>
              <a:rPr lang="en" sz="11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Example: Compliance, finance, legal approvals.</a:t>
            </a:r>
            <a:endParaRPr sz="115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23" name="Google Shape;1523;g3ae14761506_0_299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ae14761506_0_337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g3ae14761506_0_337"/>
          <p:cNvSpPr txBox="1"/>
          <p:nvPr>
            <p:ph idx="3" type="subTitle"/>
          </p:nvPr>
        </p:nvSpPr>
        <p:spPr>
          <a:xfrm>
            <a:off x="1623148" y="36675"/>
            <a:ext cx="58977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Production Exposed That Demos Didn’t</a:t>
            </a:r>
            <a:endParaRPr b="1" sz="2000">
              <a:solidFill>
                <a:schemeClr val="accen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0" name="Google Shape;1530;g3ae14761506_0_337"/>
          <p:cNvSpPr txBox="1"/>
          <p:nvPr/>
        </p:nvSpPr>
        <p:spPr>
          <a:xfrm>
            <a:off x="943600" y="4122250"/>
            <a:ext cx="7254900" cy="4200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ed Hat Display"/>
                <a:ea typeface="Red Hat Display"/>
                <a:cs typeface="Red Hat Display"/>
                <a:sym typeface="Red Hat Display"/>
              </a:rPr>
              <a:t>Production doesn’t create new hallucinations - it amplifies small ones into real failures.</a:t>
            </a:r>
            <a:endParaRPr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1" name="Google Shape;1531;g3ae14761506_0_337"/>
          <p:cNvSpPr/>
          <p:nvPr/>
        </p:nvSpPr>
        <p:spPr>
          <a:xfrm>
            <a:off x="204750" y="1077136"/>
            <a:ext cx="2830800" cy="24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2" name="Google Shape;1532;g3ae14761506_0_337"/>
          <p:cNvSpPr/>
          <p:nvPr/>
        </p:nvSpPr>
        <p:spPr>
          <a:xfrm>
            <a:off x="6171150" y="1077136"/>
            <a:ext cx="2830800" cy="24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3" name="Google Shape;1533;g3ae14761506_0_337"/>
          <p:cNvSpPr/>
          <p:nvPr/>
        </p:nvSpPr>
        <p:spPr>
          <a:xfrm>
            <a:off x="3187950" y="1077136"/>
            <a:ext cx="2830800" cy="2412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4" name="Google Shape;1534;g3ae14761506_0_337"/>
          <p:cNvSpPr txBox="1"/>
          <p:nvPr/>
        </p:nvSpPr>
        <p:spPr>
          <a:xfrm>
            <a:off x="186946" y="1237361"/>
            <a:ext cx="29253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ed Hat Display"/>
                <a:ea typeface="Red Hat Display"/>
                <a:cs typeface="Red Hat Display"/>
                <a:sym typeface="Red Hat Display"/>
              </a:rPr>
              <a:t>Before Release (What Looked Fine)</a:t>
            </a:r>
            <a:endParaRPr b="1"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Passed offline accuracy tests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Tools worked in isolation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Clean, curated queries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5" name="Google Shape;1535;g3ae14761506_0_337"/>
          <p:cNvSpPr txBox="1"/>
          <p:nvPr/>
        </p:nvSpPr>
        <p:spPr>
          <a:xfrm>
            <a:off x="3245850" y="1183961"/>
            <a:ext cx="27729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ed Hat Display"/>
                <a:ea typeface="Red Hat Display"/>
                <a:cs typeface="Red Hat Display"/>
                <a:sym typeface="Red Hat Display"/>
              </a:rPr>
              <a:t>After Release (What Actually Happened)</a:t>
            </a:r>
            <a:endParaRPr b="1"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Real users asked vague, messy questions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Model chained wrong tools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Partial retrieval + fluent answers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36" name="Google Shape;1536;g3ae14761506_0_337"/>
          <p:cNvSpPr txBox="1"/>
          <p:nvPr/>
        </p:nvSpPr>
        <p:spPr>
          <a:xfrm>
            <a:off x="6218700" y="1166136"/>
            <a:ext cx="2830800" cy="12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Red Hat Display"/>
                <a:ea typeface="Red Hat Display"/>
                <a:cs typeface="Red Hat Display"/>
                <a:sym typeface="Red Hat Display"/>
              </a:rPr>
              <a:t>The New Failure Mode (NEW INSIGHT)</a:t>
            </a:r>
            <a:endParaRPr b="1"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Small errors compounded across layers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Each step looked “mostly correct”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Char char="●"/>
            </a:pPr>
            <a:r>
              <a:rPr lang="en" sz="1200">
                <a:latin typeface="Red Hat Display"/>
                <a:ea typeface="Red Hat Display"/>
                <a:cs typeface="Red Hat Display"/>
                <a:sym typeface="Red Hat Display"/>
              </a:rPr>
              <a:t>End result: confidently wrong output</a:t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ae14761506_0_73"/>
          <p:cNvSpPr txBox="1"/>
          <p:nvPr>
            <p:ph idx="3" type="subTitle"/>
          </p:nvPr>
        </p:nvSpPr>
        <p:spPr>
          <a:xfrm>
            <a:off x="2614096" y="0"/>
            <a:ext cx="4746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29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b="1" lang="en" sz="20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Trustworthy AI Lifecycle</a:t>
            </a:r>
            <a:endParaRPr b="1" sz="2000">
              <a:solidFill>
                <a:srgbClr val="EE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42" name="Google Shape;1542;g3ae14761506_0_73"/>
          <p:cNvSpPr txBox="1"/>
          <p:nvPr>
            <p:ph idx="4" type="subTitle"/>
          </p:nvPr>
        </p:nvSpPr>
        <p:spPr>
          <a:xfrm>
            <a:off x="656271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dk1"/>
                </a:solidFill>
              </a:rPr>
              <a:t>PyData Global 2025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g3ae14761506_0_73"/>
          <p:cNvSpPr/>
          <p:nvPr/>
        </p:nvSpPr>
        <p:spPr>
          <a:xfrm>
            <a:off x="4383635" y="1320820"/>
            <a:ext cx="2497200" cy="677100"/>
          </a:xfrm>
          <a:prstGeom prst="chevron">
            <a:avLst>
              <a:gd fmla="val 50000" name="adj"/>
            </a:avLst>
          </a:prstGeom>
          <a:solidFill>
            <a:srgbClr val="D83729"/>
          </a:solidFill>
          <a:ln>
            <a:noFill/>
          </a:ln>
        </p:spPr>
        <p:txBody>
          <a:bodyPr anchorCtr="0" anchor="ctr" bIns="88275" lIns="88275" spcFirstLastPara="1" rIns="88275" wrap="square" tIns="8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SYSTEM</a:t>
            </a:r>
            <a:endParaRPr sz="1375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4" name="Google Shape;1544;g3ae14761506_0_73"/>
          <p:cNvSpPr/>
          <p:nvPr/>
        </p:nvSpPr>
        <p:spPr>
          <a:xfrm>
            <a:off x="176643" y="1321047"/>
            <a:ext cx="2497200" cy="6771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88275" lIns="88275" spcFirstLastPara="1" rIns="88275" wrap="square" tIns="8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DATA</a:t>
            </a:r>
            <a:endParaRPr sz="1375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5" name="Google Shape;1545;g3ae14761506_0_73"/>
          <p:cNvSpPr/>
          <p:nvPr/>
        </p:nvSpPr>
        <p:spPr>
          <a:xfrm>
            <a:off x="2295038" y="1320820"/>
            <a:ext cx="2497200" cy="6771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88275" lIns="88275" spcFirstLastPara="1" rIns="88275" wrap="square" tIns="8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MODEL</a:t>
            </a:r>
            <a:endParaRPr sz="1375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6" name="Google Shape;1546;g3ae14761506_0_73"/>
          <p:cNvSpPr/>
          <p:nvPr/>
        </p:nvSpPr>
        <p:spPr>
          <a:xfrm>
            <a:off x="6507428" y="1321047"/>
            <a:ext cx="2497200" cy="677100"/>
          </a:xfrm>
          <a:prstGeom prst="chevron">
            <a:avLst>
              <a:gd fmla="val 50000" name="adj"/>
            </a:avLst>
          </a:prstGeom>
          <a:solidFill>
            <a:srgbClr val="F54435">
              <a:alpha val="81010"/>
            </a:srgbClr>
          </a:solidFill>
          <a:ln>
            <a:noFill/>
          </a:ln>
        </p:spPr>
        <p:txBody>
          <a:bodyPr anchorCtr="0" anchor="ctr" bIns="88275" lIns="88275" spcFirstLastPara="1" rIns="88275" wrap="square" tIns="88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75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OPERATIONS</a:t>
            </a:r>
            <a:endParaRPr sz="1375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7" name="Google Shape;1547;g3ae14761506_0_73"/>
          <p:cNvSpPr txBox="1"/>
          <p:nvPr/>
        </p:nvSpPr>
        <p:spPr>
          <a:xfrm>
            <a:off x="236306" y="2106845"/>
            <a:ext cx="23778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75" lIns="88275" spcFirstLastPara="1" rIns="88275" wrap="square" tIns="88275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Clean, high-quality sources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Provenance &amp; traceability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Data versioning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8" name="Google Shape;1548;g3ae14761506_0_73"/>
          <p:cNvSpPr txBox="1"/>
          <p:nvPr/>
        </p:nvSpPr>
        <p:spPr>
          <a:xfrm>
            <a:off x="2335185" y="2091007"/>
            <a:ext cx="2205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75" lIns="88275" spcFirstLastPara="1" rIns="88275" wrap="square" tIns="88275">
            <a:noAutofit/>
          </a:bodyPr>
          <a:lstStyle/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Right model for the task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Prompt Optimisation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Evaluation benchmarks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9" name="Google Shape;1549;g3ae14761506_0_73"/>
          <p:cNvSpPr txBox="1"/>
          <p:nvPr/>
        </p:nvSpPr>
        <p:spPr>
          <a:xfrm>
            <a:off x="4529615" y="2063702"/>
            <a:ext cx="22053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75" lIns="88275" spcFirstLastPara="1" rIns="88275" wrap="square" tIns="88275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Guardrails &amp; safety rule</a:t>
            </a: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s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Fail-safe UX (don’t overtrust outputs)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Logging &amp; traceability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50" name="Google Shape;1550;g3ae14761506_0_73"/>
          <p:cNvSpPr txBox="1"/>
          <p:nvPr/>
        </p:nvSpPr>
        <p:spPr>
          <a:xfrm>
            <a:off x="6708430" y="2050649"/>
            <a:ext cx="2094900" cy="25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75" lIns="88275" spcFirstLastPara="1" rIns="88275" wrap="square" tIns="88275">
            <a:noAutofit/>
          </a:bodyPr>
          <a:lstStyle/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Continuous monitoring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User &amp; system feedback loops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  <a:p>
            <a:pPr indent="-229351" lvl="0" marL="33104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50"/>
              <a:buFont typeface="Red Hat Text"/>
              <a:buChar char="●"/>
            </a:pPr>
            <a:r>
              <a:rPr lang="en" sz="1150">
                <a:latin typeface="Red Hat Text"/>
                <a:ea typeface="Red Hat Text"/>
                <a:cs typeface="Red Hat Text"/>
                <a:sym typeface="Red Hat Text"/>
              </a:rPr>
              <a:t>Ongoing evaluation &amp; re-training</a:t>
            </a:r>
            <a:endParaRPr sz="1150"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7"/>
          <p:cNvSpPr txBox="1"/>
          <p:nvPr>
            <p:ph type="title"/>
          </p:nvPr>
        </p:nvSpPr>
        <p:spPr>
          <a:xfrm>
            <a:off x="4702650" y="474742"/>
            <a:ext cx="37779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 sz="4700"/>
              <a:t>Thank you!</a:t>
            </a:r>
            <a:endParaRPr b="1" sz="4700"/>
          </a:p>
        </p:txBody>
      </p:sp>
      <p:sp>
        <p:nvSpPr>
          <p:cNvPr id="1556" name="Google Shape;1556;p17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377175" spcFirstLastPara="1" rIns="68575" wrap="square" tIns="68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/>
              <a:t>	PyData Global  2025</a:t>
            </a:r>
            <a:endParaRPr/>
          </a:p>
        </p:txBody>
      </p:sp>
      <p:pic>
        <p:nvPicPr>
          <p:cNvPr id="1557" name="Google Shape;1557;p17"/>
          <p:cNvPicPr preferRelativeResize="0"/>
          <p:nvPr/>
        </p:nvPicPr>
        <p:blipFill rotWithShape="1">
          <a:blip r:embed="rId3">
            <a:alphaModFix/>
          </a:blip>
          <a:srcRect b="12482" l="23610" r="23174" t="42826"/>
          <a:stretch/>
        </p:blipFill>
        <p:spPr>
          <a:xfrm>
            <a:off x="5410449" y="2341137"/>
            <a:ext cx="1873451" cy="18676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7"/>
          <p:cNvSpPr txBox="1"/>
          <p:nvPr/>
        </p:nvSpPr>
        <p:spPr>
          <a:xfrm>
            <a:off x="5013150" y="1555238"/>
            <a:ext cx="3315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Connect with </a:t>
            </a:r>
            <a:r>
              <a:rPr lang="en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</a:t>
            </a:r>
            <a:r>
              <a:rPr b="0" i="0" lang="en" sz="1400" u="none" cap="none" strike="noStrik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on LinkedIn!</a:t>
            </a:r>
            <a:endParaRPr b="0" i="0" sz="1400" u="none" cap="none" strike="noStrik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